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10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4"/>
  </p:sldMasterIdLst>
  <p:notesMasterIdLst>
    <p:notesMasterId r:id="rId19"/>
  </p:notesMasterIdLst>
  <p:sldIdLst>
    <p:sldId id="3320" r:id="rId10"/>
    <p:sldId id="3322" r:id="rId12"/>
    <p:sldId id="3324" r:id="rId14"/>
  </p:sldIdLst>
  <p:sldSz cx="12192000" cy="6858000"/>
  <p:notesSz cx="9144000" cy="6858000"/>
  <p:embeddedFontLst>
    <p:embeddedFont>
      <p:font typeface="Poppins" panose="00000500000000000000" pitchFamily="2" charset="0"/>
      <p:regular r:id="rId20"/>
      <p:bold r:id="rId21"/>
      <p:italic r:id="rId22"/>
      <p:boldItalic r:id="rId23"/>
    </p:embeddedFont>
    <p:embeddedFont>
      <p:font typeface="Poppins Light" panose="00000400000000000000" pitchFamily="2" charset="0"/>
      <p:regular r:id="rId24"/>
      <p:bold r:id="rId25"/>
      <p:italic r:id="rId26"/>
      <p:boldItalic r:id="rId27"/>
    </p:embeddedFont>
    <p:embeddedFont>
      <p:font typeface="Segoe UI" panose="020B0502040204020203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7" roundtripDataSignature="AMtx7mjv31BtnY3bDUqgjw+eDNgE0K8oqw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02FE70B-2E87-1427-B0A8-0E90B14FB1F8}" name="Jered Heesters" initials="JH" userId="S::j.heesters@bluepeak.energy::02aea818-6014-48d9-8763-e1114e54f3eb" providerId="AD"/>
  <p188:author id="{9AD4CD2B-50B2-31CE-04E5-F619067FEECF}" name="Wiebe Jan Emsbroek" initials="WE" userId="S::w.emsbroek@bluepeak.energy::7573b7df-afd1-4d9e-8c22-b2529937283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4C81"/>
    <a:srgbClr val="0026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9D3B49-F2EF-1DC3-B7D6-11FE9A3C0AC7}" v="143" dt="2026-03-26T14:30:37.0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68" Type="http://schemas.openxmlformats.org/officeDocument/2006/relationships/presProps" Target="presProps.xml"/><Relationship Id="rId12" Type="http://schemas.openxmlformats.org/officeDocument/2006/relationships/slide" Target="slides/slide8.xml"/><Relationship Id="rId25" Type="http://schemas.openxmlformats.org/officeDocument/2006/relationships/font" Target="fonts/font6.fntdata"/><Relationship Id="rId67" Type="http://customschemas.google.com/relationships/presentationmetadata" Target="metadata"/><Relationship Id="rId71" Type="http://schemas.openxmlformats.org/officeDocument/2006/relationships/tableStyles" Target="tableStyles.xml"/><Relationship Id="rId2" Type="http://schemas.openxmlformats.org/officeDocument/2006/relationships/customXml" Target="../customXml/item2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24" Type="http://schemas.openxmlformats.org/officeDocument/2006/relationships/font" Target="fonts/font5.fntdata"/><Relationship Id="rId74" Type="http://schemas.microsoft.com/office/2018/10/relationships/authors" Target="authors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73" Type="http://schemas.microsoft.com/office/2015/10/relationships/revisionInfo" Target="revisionInfo.xml"/><Relationship Id="rId4" Type="http://schemas.openxmlformats.org/officeDocument/2006/relationships/slideMaster" Target="slideMasters/slideMaster1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69" Type="http://schemas.openxmlformats.org/officeDocument/2006/relationships/viewProps" Target="viewProps.xml"/><Relationship Id="rId72" Type="http://schemas.microsoft.com/office/2016/11/relationships/changesInfo" Target="changesInfos/changesInfo1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en Zijlstra" userId="S::c.zijlstra@bluepeak.energy::545b4b9d-66d8-44b2-9521-bd251152aa41" providerId="AD" clId="Web-{219D3B49-F2EF-1DC3-B7D6-11FE9A3C0AC7}"/>
    <pc:docChg chg="addSld delSld modSld">
      <pc:chgData name="Coen Zijlstra" userId="S::c.zijlstra@bluepeak.energy::545b4b9d-66d8-44b2-9521-bd251152aa41" providerId="AD" clId="Web-{219D3B49-F2EF-1DC3-B7D6-11FE9A3C0AC7}" dt="2026-03-26T14:30:37.013" v="128" actId="20577"/>
      <pc:docMkLst>
        <pc:docMk/>
      </pc:docMkLst>
      <pc:sldChg chg="modSp">
        <pc:chgData name="Coen Zijlstra" userId="S::c.zijlstra@bluepeak.energy::545b4b9d-66d8-44b2-9521-bd251152aa41" providerId="AD" clId="Web-{219D3B49-F2EF-1DC3-B7D6-11FE9A3C0AC7}" dt="2026-03-26T14:21:54.474" v="77"/>
        <pc:sldMkLst>
          <pc:docMk/>
          <pc:sldMk cId="481222763" sldId="279"/>
        </pc:sldMkLst>
        <pc:spChg chg="mod">
          <ac:chgData name="Coen Zijlstra" userId="S::c.zijlstra@bluepeak.energy::545b4b9d-66d8-44b2-9521-bd251152aa41" providerId="AD" clId="Web-{219D3B49-F2EF-1DC3-B7D6-11FE9A3C0AC7}" dt="2026-03-26T14:21:54.474" v="77"/>
          <ac:spMkLst>
            <pc:docMk/>
            <pc:sldMk cId="481222763" sldId="279"/>
            <ac:spMk id="4" creationId="{3D593A48-C60E-519F-C1F2-3AB958FB4E17}"/>
          </ac:spMkLst>
        </pc:spChg>
      </pc:sldChg>
      <pc:sldChg chg="addSp delSp modSp">
        <pc:chgData name="Coen Zijlstra" userId="S::c.zijlstra@bluepeak.energy::545b4b9d-66d8-44b2-9521-bd251152aa41" providerId="AD" clId="Web-{219D3B49-F2EF-1DC3-B7D6-11FE9A3C0AC7}" dt="2026-03-26T14:30:37.013" v="128" actId="20577"/>
        <pc:sldMkLst>
          <pc:docMk/>
          <pc:sldMk cId="0" sldId="3283"/>
        </pc:sldMkLst>
        <pc:spChg chg="add del">
          <ac:chgData name="Coen Zijlstra" userId="S::c.zijlstra@bluepeak.energy::545b4b9d-66d8-44b2-9521-bd251152aa41" providerId="AD" clId="Web-{219D3B49-F2EF-1DC3-B7D6-11FE9A3C0AC7}" dt="2026-03-26T14:18:56.034" v="45"/>
          <ac:spMkLst>
            <pc:docMk/>
            <pc:sldMk cId="0" sldId="3283"/>
            <ac:spMk id="3" creationId="{6F69A677-CA99-43CA-66CD-EB986639DE06}"/>
          </ac:spMkLst>
        </pc:spChg>
        <pc:spChg chg="add del">
          <ac:chgData name="Coen Zijlstra" userId="S::c.zijlstra@bluepeak.energy::545b4b9d-66d8-44b2-9521-bd251152aa41" providerId="AD" clId="Web-{219D3B49-F2EF-1DC3-B7D6-11FE9A3C0AC7}" dt="2026-03-26T14:18:56.034" v="44"/>
          <ac:spMkLst>
            <pc:docMk/>
            <pc:sldMk cId="0" sldId="3283"/>
            <ac:spMk id="5" creationId="{E8AAEDE4-648E-43FD-7216-04C56F280599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34" v="18" actId="1076"/>
          <ac:spMkLst>
            <pc:docMk/>
            <pc:sldMk cId="0" sldId="3283"/>
            <ac:spMk id="7" creationId="{00000000-0000-0000-0000-000000000000}"/>
          </ac:spMkLst>
        </pc:spChg>
        <pc:spChg chg="add del">
          <ac:chgData name="Coen Zijlstra" userId="S::c.zijlstra@bluepeak.energy::545b4b9d-66d8-44b2-9521-bd251152aa41" providerId="AD" clId="Web-{219D3B49-F2EF-1DC3-B7D6-11FE9A3C0AC7}" dt="2026-03-26T14:18:56.034" v="43"/>
          <ac:spMkLst>
            <pc:docMk/>
            <pc:sldMk cId="0" sldId="3283"/>
            <ac:spMk id="9" creationId="{F251BA8D-F60B-508F-E530-0FE5D56E201E}"/>
          </ac:spMkLst>
        </pc:spChg>
        <pc:spChg chg="add del">
          <ac:chgData name="Coen Zijlstra" userId="S::c.zijlstra@bluepeak.energy::545b4b9d-66d8-44b2-9521-bd251152aa41" providerId="AD" clId="Web-{219D3B49-F2EF-1DC3-B7D6-11FE9A3C0AC7}" dt="2026-03-26T14:18:56.034" v="42"/>
          <ac:spMkLst>
            <pc:docMk/>
            <pc:sldMk cId="0" sldId="3283"/>
            <ac:spMk id="11" creationId="{EFE81BB6-015F-3ACA-B4CF-AD597870BBE9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205" v="36" actId="1076"/>
          <ac:spMkLst>
            <pc:docMk/>
            <pc:sldMk cId="0" sldId="3283"/>
            <ac:spMk id="12" creationId="{60804CBC-BBD8-96BE-8E0F-7E176E31ACE7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205" v="37" actId="1076"/>
          <ac:spMkLst>
            <pc:docMk/>
            <pc:sldMk cId="0" sldId="3283"/>
            <ac:spMk id="13" creationId="{579CCF7B-0037-8CE8-86DD-AE1BDE507F12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19:37.285" v="53" actId="1076"/>
          <ac:spMkLst>
            <pc:docMk/>
            <pc:sldMk cId="0" sldId="3283"/>
            <ac:spMk id="18" creationId="{B0E58A93-6D21-7662-41FB-350EFDBBA651}"/>
          </ac:spMkLst>
        </pc:spChg>
        <pc:spChg chg="add">
          <ac:chgData name="Coen Zijlstra" userId="S::c.zijlstra@bluepeak.energy::545b4b9d-66d8-44b2-9521-bd251152aa41" providerId="AD" clId="Web-{219D3B49-F2EF-1DC3-B7D6-11FE9A3C0AC7}" dt="2026-03-26T14:19:06.003" v="46"/>
          <ac:spMkLst>
            <pc:docMk/>
            <pc:sldMk cId="0" sldId="3283"/>
            <ac:spMk id="19" creationId="{EE944B65-8BB5-905A-FB5D-296AA71BFF5C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30:33.231" v="125" actId="20577"/>
          <ac:spMkLst>
            <pc:docMk/>
            <pc:sldMk cId="0" sldId="3283"/>
            <ac:spMk id="20" creationId="{11E9A7EC-88AC-F322-9F54-0622183D93CD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30:37.013" v="128" actId="20577"/>
          <ac:spMkLst>
            <pc:docMk/>
            <pc:sldMk cId="0" sldId="3283"/>
            <ac:spMk id="21" creationId="{4EC50209-54E6-4018-A2BF-C3B9EC46BF1F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9:21.987" v="51" actId="1076"/>
          <ac:spMkLst>
            <pc:docMk/>
            <pc:sldMk cId="0" sldId="3283"/>
            <ac:spMk id="22" creationId="{1EC4AA7E-0CC7-B141-285F-AFCF0A78C033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34" v="19" actId="1076"/>
          <ac:spMkLst>
            <pc:docMk/>
            <pc:sldMk cId="0" sldId="3283"/>
            <ac:spMk id="24" creationId="{00000000-0000-0000-0000-000000000000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20:45.223" v="70" actId="20577"/>
          <ac:spMkLst>
            <pc:docMk/>
            <pc:sldMk cId="0" sldId="3283"/>
            <ac:spMk id="26" creationId="{0F8DA7A5-E28C-C377-AF70-F20923BC09B2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49" v="20" actId="1076"/>
          <ac:spMkLst>
            <pc:docMk/>
            <pc:sldMk cId="0" sldId="3283"/>
            <ac:spMk id="27" creationId="{00000000-0000-0000-0000-000000000000}"/>
          </ac:spMkLst>
        </pc:spChg>
        <pc:spChg chg="add">
          <ac:chgData name="Coen Zijlstra" userId="S::c.zijlstra@bluepeak.energy::545b4b9d-66d8-44b2-9521-bd251152aa41" providerId="AD" clId="Web-{219D3B49-F2EF-1DC3-B7D6-11FE9A3C0AC7}" dt="2026-03-26T14:19:06.003" v="46"/>
          <ac:spMkLst>
            <pc:docMk/>
            <pc:sldMk cId="0" sldId="3283"/>
            <ac:spMk id="28" creationId="{C1E4D485-7DDC-127F-AFD9-4BFD77F3A78B}"/>
          </ac:spMkLst>
        </pc:spChg>
        <pc:spChg chg="add">
          <ac:chgData name="Coen Zijlstra" userId="S::c.zijlstra@bluepeak.energy::545b4b9d-66d8-44b2-9521-bd251152aa41" providerId="AD" clId="Web-{219D3B49-F2EF-1DC3-B7D6-11FE9A3C0AC7}" dt="2026-03-26T14:19:06.003" v="46"/>
          <ac:spMkLst>
            <pc:docMk/>
            <pc:sldMk cId="0" sldId="3283"/>
            <ac:spMk id="29" creationId="{4CDBF60A-318F-17AA-B736-3EEF1B68EE88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22:24.693" v="80" actId="20577"/>
          <ac:spMkLst>
            <pc:docMk/>
            <pc:sldMk cId="0" sldId="3283"/>
            <ac:spMk id="30" creationId="{A2B6AB4F-278A-0CA7-D836-3D8CAE053C4D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22:37.162" v="86" actId="20577"/>
          <ac:spMkLst>
            <pc:docMk/>
            <pc:sldMk cId="0" sldId="3283"/>
            <ac:spMk id="31" creationId="{09BB9E7A-297A-4005-CFA3-865E98AC02F1}"/>
          </ac:spMkLst>
        </pc:spChg>
        <pc:spChg chg="add">
          <ac:chgData name="Coen Zijlstra" userId="S::c.zijlstra@bluepeak.energy::545b4b9d-66d8-44b2-9521-bd251152aa41" providerId="AD" clId="Web-{219D3B49-F2EF-1DC3-B7D6-11FE9A3C0AC7}" dt="2026-03-26T14:19:06.003" v="46"/>
          <ac:spMkLst>
            <pc:docMk/>
            <pc:sldMk cId="0" sldId="3283"/>
            <ac:spMk id="32" creationId="{183407AC-6E12-6CEB-052F-E3A0F1968E24}"/>
          </ac:spMkLst>
        </pc:spChg>
        <pc:spChg chg="add">
          <ac:chgData name="Coen Zijlstra" userId="S::c.zijlstra@bluepeak.energy::545b4b9d-66d8-44b2-9521-bd251152aa41" providerId="AD" clId="Web-{219D3B49-F2EF-1DC3-B7D6-11FE9A3C0AC7}" dt="2026-03-26T14:19:06.003" v="46"/>
          <ac:spMkLst>
            <pc:docMk/>
            <pc:sldMk cId="0" sldId="3283"/>
            <ac:spMk id="33" creationId="{87F9EDBA-9A56-1D1B-39D8-E2FA02656612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65" v="21" actId="1076"/>
          <ac:spMkLst>
            <pc:docMk/>
            <pc:sldMk cId="0" sldId="3283"/>
            <ac:spMk id="35" creationId="{DC70D422-4FE0-6E4A-6BA3-EF0BA9267772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80" v="22" actId="1076"/>
          <ac:spMkLst>
            <pc:docMk/>
            <pc:sldMk cId="0" sldId="3283"/>
            <ac:spMk id="36" creationId="{9606B2BA-91D0-CCC0-10F3-E9B919505908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22:47.491" v="92" actId="20577"/>
          <ac:spMkLst>
            <pc:docMk/>
            <pc:sldMk cId="0" sldId="3283"/>
            <ac:spMk id="37" creationId="{12F2BEAE-1AA5-EFCC-4C36-1159F3DB9506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18" v="17" actId="1076"/>
          <ac:spMkLst>
            <pc:docMk/>
            <pc:sldMk cId="0" sldId="3283"/>
            <ac:spMk id="39" creationId="{36504F26-E489-FA2A-0379-ADA6FE99D9E8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23:03.616" v="106" actId="20577"/>
          <ac:spMkLst>
            <pc:docMk/>
            <pc:sldMk cId="0" sldId="3283"/>
            <ac:spMk id="40" creationId="{A0D5056F-4697-E530-9F45-7AF2A927196E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21:57.802" v="78" actId="20577"/>
          <ac:spMkLst>
            <pc:docMk/>
            <pc:sldMk cId="0" sldId="3283"/>
            <ac:spMk id="41" creationId="{4D8BDAD2-0D8F-B0D9-4CCE-776ACA7072ED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28:11.098" v="121" actId="20577"/>
          <ac:spMkLst>
            <pc:docMk/>
            <pc:sldMk cId="0" sldId="3283"/>
            <ac:spMk id="42" creationId="{B7A0FBB2-AFEE-79B6-036F-9387DAC556BC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127" v="27" actId="1076"/>
          <ac:spMkLst>
            <pc:docMk/>
            <pc:sldMk cId="0" sldId="3283"/>
            <ac:spMk id="45" creationId="{8044D55B-8E74-3D93-E927-1D6598146C6A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159" v="30" actId="1076"/>
          <ac:spMkLst>
            <pc:docMk/>
            <pc:sldMk cId="0" sldId="3283"/>
            <ac:spMk id="48" creationId="{B4B7B154-C9CE-B35E-1E89-7D1DDBFFBFCF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190" v="35" actId="1076"/>
          <ac:spMkLst>
            <pc:docMk/>
            <pc:sldMk cId="0" sldId="3283"/>
            <ac:spMk id="60" creationId="{FB6CD420-7651-2E6D-B51C-0F608BBE1ED7}"/>
          </ac:spMkLst>
        </pc:spChg>
        <pc:grpChg chg="mod">
          <ac:chgData name="Coen Zijlstra" userId="S::c.zijlstra@bluepeak.energy::545b4b9d-66d8-44b2-9521-bd251152aa41" providerId="AD" clId="Web-{219D3B49-F2EF-1DC3-B7D6-11FE9A3C0AC7}" dt="2026-03-26T14:19:42.519" v="55" actId="1076"/>
          <ac:grpSpMkLst>
            <pc:docMk/>
            <pc:sldMk cId="0" sldId="3283"/>
            <ac:grpSpMk id="14" creationId="{EBB6D94D-C631-F39D-4FAC-0B3EA45B950C}"/>
          </ac:grpSpMkLst>
        </pc:grpChg>
        <pc:grpChg chg="mod">
          <ac:chgData name="Coen Zijlstra" userId="S::c.zijlstra@bluepeak.energy::545b4b9d-66d8-44b2-9521-bd251152aa41" providerId="AD" clId="Web-{219D3B49-F2EF-1DC3-B7D6-11FE9A3C0AC7}" dt="2026-03-26T14:19:46.707" v="56" actId="1076"/>
          <ac:grpSpMkLst>
            <pc:docMk/>
            <pc:sldMk cId="0" sldId="3283"/>
            <ac:grpSpMk id="15" creationId="{69469391-35F5-5931-C6A2-CF8F8027EF8A}"/>
          </ac:grpSpMkLst>
        </pc:grpChg>
        <pc:grpChg chg="mod">
          <ac:chgData name="Coen Zijlstra" userId="S::c.zijlstra@bluepeak.energy::545b4b9d-66d8-44b2-9521-bd251152aa41" providerId="AD" clId="Web-{219D3B49-F2EF-1DC3-B7D6-11FE9A3C0AC7}" dt="2026-03-26T14:19:15.409" v="49" actId="1076"/>
          <ac:grpSpMkLst>
            <pc:docMk/>
            <pc:sldMk cId="0" sldId="3283"/>
            <ac:grpSpMk id="16" creationId="{C80159B4-1395-BB8A-ABC4-BCF4D53D2E29}"/>
          </ac:grpSpMkLst>
        </pc:grpChg>
        <pc:grpChg chg="mod">
          <ac:chgData name="Coen Zijlstra" userId="S::c.zijlstra@bluepeak.energy::545b4b9d-66d8-44b2-9521-bd251152aa41" providerId="AD" clId="Web-{219D3B49-F2EF-1DC3-B7D6-11FE9A3C0AC7}" dt="2026-03-26T14:19:39.128" v="54" actId="1076"/>
          <ac:grpSpMkLst>
            <pc:docMk/>
            <pc:sldMk cId="0" sldId="3283"/>
            <ac:grpSpMk id="17" creationId="{8B86BD12-02B6-DD25-5470-5F4118516664}"/>
          </ac:grpSpMkLst>
        </pc:grpChg>
        <pc:picChg chg="mod">
          <ac:chgData name="Coen Zijlstra" userId="S::c.zijlstra@bluepeak.energy::545b4b9d-66d8-44b2-9521-bd251152aa41" providerId="AD" clId="Web-{219D3B49-F2EF-1DC3-B7D6-11FE9A3C0AC7}" dt="2026-03-26T14:18:45.096" v="23" actId="1076"/>
          <ac:picMkLst>
            <pc:docMk/>
            <pc:sldMk cId="0" sldId="3283"/>
            <ac:picMk id="38" creationId="{C05021C9-B476-59C5-1B7E-C222345E48A4}"/>
          </ac:picMkLst>
        </pc:picChg>
        <pc:picChg chg="mod">
          <ac:chgData name="Coen Zijlstra" userId="S::c.zijlstra@bluepeak.energy::545b4b9d-66d8-44b2-9521-bd251152aa41" providerId="AD" clId="Web-{219D3B49-F2EF-1DC3-B7D6-11FE9A3C0AC7}" dt="2026-03-26T14:18:45.127" v="26" actId="1076"/>
          <ac:picMkLst>
            <pc:docMk/>
            <pc:sldMk cId="0" sldId="3283"/>
            <ac:picMk id="44" creationId="{23736746-1208-6F82-FD9E-1B692E4989C7}"/>
          </ac:picMkLst>
        </pc:picChg>
        <pc:picChg chg="mod">
          <ac:chgData name="Coen Zijlstra" userId="S::c.zijlstra@bluepeak.energy::545b4b9d-66d8-44b2-9521-bd251152aa41" providerId="AD" clId="Web-{219D3B49-F2EF-1DC3-B7D6-11FE9A3C0AC7}" dt="2026-03-26T14:18:45.143" v="29" actId="1076"/>
          <ac:picMkLst>
            <pc:docMk/>
            <pc:sldMk cId="0" sldId="3283"/>
            <ac:picMk id="47" creationId="{990D1E3C-7B50-FBFB-A91F-02675253E854}"/>
          </ac:picMkLst>
        </pc:picChg>
        <pc:picChg chg="mod">
          <ac:chgData name="Coen Zijlstra" userId="S::c.zijlstra@bluepeak.energy::545b4b9d-66d8-44b2-9521-bd251152aa41" providerId="AD" clId="Web-{219D3B49-F2EF-1DC3-B7D6-11FE9A3C0AC7}" dt="2026-03-26T14:18:45.174" v="32" actId="1076"/>
          <ac:picMkLst>
            <pc:docMk/>
            <pc:sldMk cId="0" sldId="3283"/>
            <ac:picMk id="50" creationId="{5784E6D3-D324-A1FE-6346-2A624FFAE060}"/>
          </ac:picMkLst>
        </pc:picChg>
        <pc:picChg chg="mod">
          <ac:chgData name="Coen Zijlstra" userId="S::c.zijlstra@bluepeak.energy::545b4b9d-66d8-44b2-9521-bd251152aa41" providerId="AD" clId="Web-{219D3B49-F2EF-1DC3-B7D6-11FE9A3C0AC7}" dt="2026-03-26T14:18:45.190" v="34" actId="1076"/>
          <ac:picMkLst>
            <pc:docMk/>
            <pc:sldMk cId="0" sldId="3283"/>
            <ac:picMk id="53" creationId="{9D95991A-6404-A921-F235-D569F6368184}"/>
          </ac:picMkLst>
        </pc:picChg>
        <pc:cxnChg chg="mod">
          <ac:chgData name="Coen Zijlstra" userId="S::c.zijlstra@bluepeak.energy::545b4b9d-66d8-44b2-9521-bd251152aa41" providerId="AD" clId="Web-{219D3B49-F2EF-1DC3-B7D6-11FE9A3C0AC7}" dt="2026-03-26T14:18:45.112" v="25" actId="1076"/>
          <ac:cxnSpMkLst>
            <pc:docMk/>
            <pc:sldMk cId="0" sldId="3283"/>
            <ac:cxnSpMk id="43" creationId="{ABA5CA5E-CF18-ABB5-A8F3-4EFC8E2C92DB}"/>
          </ac:cxnSpMkLst>
        </pc:cxnChg>
        <pc:cxnChg chg="mod">
          <ac:chgData name="Coen Zijlstra" userId="S::c.zijlstra@bluepeak.energy::545b4b9d-66d8-44b2-9521-bd251152aa41" providerId="AD" clId="Web-{219D3B49-F2EF-1DC3-B7D6-11FE9A3C0AC7}" dt="2026-03-26T14:18:45.143" v="28" actId="1076"/>
          <ac:cxnSpMkLst>
            <pc:docMk/>
            <pc:sldMk cId="0" sldId="3283"/>
            <ac:cxnSpMk id="46" creationId="{88794F58-499B-1777-A4D5-3E59A18C0799}"/>
          </ac:cxnSpMkLst>
        </pc:cxnChg>
        <pc:cxnChg chg="mod">
          <ac:chgData name="Coen Zijlstra" userId="S::c.zijlstra@bluepeak.energy::545b4b9d-66d8-44b2-9521-bd251152aa41" providerId="AD" clId="Web-{219D3B49-F2EF-1DC3-B7D6-11FE9A3C0AC7}" dt="2026-03-26T14:18:45.159" v="31" actId="1076"/>
          <ac:cxnSpMkLst>
            <pc:docMk/>
            <pc:sldMk cId="0" sldId="3283"/>
            <ac:cxnSpMk id="49" creationId="{A7C44024-3121-54AD-C4F5-A558FD9CFAA1}"/>
          </ac:cxnSpMkLst>
        </pc:cxnChg>
        <pc:cxnChg chg="mod">
          <ac:chgData name="Coen Zijlstra" userId="S::c.zijlstra@bluepeak.energy::545b4b9d-66d8-44b2-9521-bd251152aa41" providerId="AD" clId="Web-{219D3B49-F2EF-1DC3-B7D6-11FE9A3C0AC7}" dt="2026-03-26T14:18:45.174" v="33" actId="1076"/>
          <ac:cxnSpMkLst>
            <pc:docMk/>
            <pc:sldMk cId="0" sldId="3283"/>
            <ac:cxnSpMk id="52" creationId="{EB466DAF-C287-2815-5186-2618427EB618}"/>
          </ac:cxnSpMkLst>
        </pc:cxnChg>
      </pc:sldChg>
      <pc:sldChg chg="modSp">
        <pc:chgData name="Coen Zijlstra" userId="S::c.zijlstra@bluepeak.energy::545b4b9d-66d8-44b2-9521-bd251152aa41" providerId="AD" clId="Web-{219D3B49-F2EF-1DC3-B7D6-11FE9A3C0AC7}" dt="2026-03-26T14:28:36.975" v="123"/>
        <pc:sldMkLst>
          <pc:docMk/>
          <pc:sldMk cId="2521457880" sldId="3318"/>
        </pc:sldMkLst>
        <pc:spChg chg="mod">
          <ac:chgData name="Coen Zijlstra" userId="S::c.zijlstra@bluepeak.energy::545b4b9d-66d8-44b2-9521-bd251152aa41" providerId="AD" clId="Web-{219D3B49-F2EF-1DC3-B7D6-11FE9A3C0AC7}" dt="2026-03-26T14:28:36.975" v="123"/>
          <ac:spMkLst>
            <pc:docMk/>
            <pc:sldMk cId="2521457880" sldId="3318"/>
            <ac:spMk id="2" creationId="{8997315A-85E2-64CE-449E-49AA2D073346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8:36.975" v="123"/>
        <pc:sldMkLst>
          <pc:docMk/>
          <pc:sldMk cId="3031573996" sldId="3319"/>
        </pc:sldMkLst>
        <pc:spChg chg="mod">
          <ac:chgData name="Coen Zijlstra" userId="S::c.zijlstra@bluepeak.energy::545b4b9d-66d8-44b2-9521-bd251152aa41" providerId="AD" clId="Web-{219D3B49-F2EF-1DC3-B7D6-11FE9A3C0AC7}" dt="2026-03-26T14:28:27.505" v="122"/>
          <ac:spMkLst>
            <pc:docMk/>
            <pc:sldMk cId="3031573996" sldId="3319"/>
            <ac:spMk id="23" creationId="{73CB42CF-A42F-7CB6-3F8D-9D2426581D13}"/>
          </ac:spMkLst>
        </pc:spChg>
        <pc:graphicFrameChg chg="modGraphic">
          <ac:chgData name="Coen Zijlstra" userId="S::c.zijlstra@bluepeak.energy::545b4b9d-66d8-44b2-9521-bd251152aa41" providerId="AD" clId="Web-{219D3B49-F2EF-1DC3-B7D6-11FE9A3C0AC7}" dt="2026-03-26T14:28:36.975" v="123"/>
          <ac:graphicFrameMkLst>
            <pc:docMk/>
            <pc:sldMk cId="3031573996" sldId="3319"/>
            <ac:graphicFrameMk id="9" creationId="{CC2A2AC9-22BA-5C80-25F3-EF270D69ED76}"/>
          </ac:graphicFrameMkLst>
        </pc:graphicFrameChg>
      </pc:sldChg>
      <pc:sldChg chg="modSp">
        <pc:chgData name="Coen Zijlstra" userId="S::c.zijlstra@bluepeak.energy::545b4b9d-66d8-44b2-9521-bd251152aa41" providerId="AD" clId="Web-{219D3B49-F2EF-1DC3-B7D6-11FE9A3C0AC7}" dt="2026-03-26T14:28:27.505" v="122"/>
        <pc:sldMkLst>
          <pc:docMk/>
          <pc:sldMk cId="2083612502" sldId="3320"/>
        </pc:sldMkLst>
        <pc:spChg chg="mod">
          <ac:chgData name="Coen Zijlstra" userId="S::c.zijlstra@bluepeak.energy::545b4b9d-66d8-44b2-9521-bd251152aa41" providerId="AD" clId="Web-{219D3B49-F2EF-1DC3-B7D6-11FE9A3C0AC7}" dt="2026-03-26T14:28:27.505" v="122"/>
          <ac:spMkLst>
            <pc:docMk/>
            <pc:sldMk cId="2083612502" sldId="3320"/>
            <ac:spMk id="18" creationId="{BE0DA9AF-7B55-65E5-376A-9708016D1910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1:54.474" v="77"/>
        <pc:sldMkLst>
          <pc:docMk/>
          <pc:sldMk cId="486005651" sldId="3321"/>
        </pc:sldMkLst>
        <pc:spChg chg="mod">
          <ac:chgData name="Coen Zijlstra" userId="S::c.zijlstra@bluepeak.energy::545b4b9d-66d8-44b2-9521-bd251152aa41" providerId="AD" clId="Web-{219D3B49-F2EF-1DC3-B7D6-11FE9A3C0AC7}" dt="2026-03-26T14:21:54.474" v="77"/>
          <ac:spMkLst>
            <pc:docMk/>
            <pc:sldMk cId="486005651" sldId="3321"/>
            <ac:spMk id="2" creationId="{0AED17D1-E5EE-32F2-FE87-C1795370CA8C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8:27.505" v="122"/>
        <pc:sldMkLst>
          <pc:docMk/>
          <pc:sldMk cId="3427415788" sldId="3322"/>
        </pc:sldMkLst>
        <pc:spChg chg="mod">
          <ac:chgData name="Coen Zijlstra" userId="S::c.zijlstra@bluepeak.energy::545b4b9d-66d8-44b2-9521-bd251152aa41" providerId="AD" clId="Web-{219D3B49-F2EF-1DC3-B7D6-11FE9A3C0AC7}" dt="2026-03-26T14:28:27.505" v="122"/>
          <ac:spMkLst>
            <pc:docMk/>
            <pc:sldMk cId="3427415788" sldId="3322"/>
            <ac:spMk id="18" creationId="{F48AE247-CE74-5C7A-49BE-8B5549A6512B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8:36.975" v="123"/>
        <pc:sldMkLst>
          <pc:docMk/>
          <pc:sldMk cId="923899240" sldId="3324"/>
        </pc:sldMkLst>
        <pc:spChg chg="mod">
          <ac:chgData name="Coen Zijlstra" userId="S::c.zijlstra@bluepeak.energy::545b4b9d-66d8-44b2-9521-bd251152aa41" providerId="AD" clId="Web-{219D3B49-F2EF-1DC3-B7D6-11FE9A3C0AC7}" dt="2026-03-26T14:28:36.975" v="123"/>
          <ac:spMkLst>
            <pc:docMk/>
            <pc:sldMk cId="923899240" sldId="3324"/>
            <ac:spMk id="18" creationId="{37BFF36B-0FE1-5F8F-2C10-46B1E184BD2B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8:36.975" v="123"/>
        <pc:sldMkLst>
          <pc:docMk/>
          <pc:sldMk cId="1049329528" sldId="3325"/>
        </pc:sldMkLst>
        <pc:spChg chg="mod">
          <ac:chgData name="Coen Zijlstra" userId="S::c.zijlstra@bluepeak.energy::545b4b9d-66d8-44b2-9521-bd251152aa41" providerId="AD" clId="Web-{219D3B49-F2EF-1DC3-B7D6-11FE9A3C0AC7}" dt="2026-03-26T14:28:36.975" v="123"/>
          <ac:spMkLst>
            <pc:docMk/>
            <pc:sldMk cId="1049329528" sldId="3325"/>
            <ac:spMk id="2" creationId="{DA926D5A-4491-6D5F-AD1E-C78832368B9B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8:36.975" v="123"/>
        <pc:sldMkLst>
          <pc:docMk/>
          <pc:sldMk cId="2644831373" sldId="3326"/>
        </pc:sldMkLst>
        <pc:spChg chg="mod">
          <ac:chgData name="Coen Zijlstra" userId="S::c.zijlstra@bluepeak.energy::545b4b9d-66d8-44b2-9521-bd251152aa41" providerId="AD" clId="Web-{219D3B49-F2EF-1DC3-B7D6-11FE9A3C0AC7}" dt="2026-03-26T14:28:27.505" v="122"/>
          <ac:spMkLst>
            <pc:docMk/>
            <pc:sldMk cId="2644831373" sldId="3326"/>
            <ac:spMk id="36" creationId="{25135C8F-64EC-7B7E-E76E-1480230B0BF6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28:36.975" v="123"/>
          <ac:spMkLst>
            <pc:docMk/>
            <pc:sldMk cId="2644831373" sldId="3326"/>
            <ac:spMk id="39" creationId="{0282FC46-B232-767B-AEAC-46991BE46232}"/>
          </ac:spMkLst>
        </pc:spChg>
      </pc:sldChg>
      <pc:sldChg chg="modSp add del">
        <pc:chgData name="Coen Zijlstra" userId="S::c.zijlstra@bluepeak.energy::545b4b9d-66d8-44b2-9521-bd251152aa41" providerId="AD" clId="Web-{219D3B49-F2EF-1DC3-B7D6-11FE9A3C0AC7}" dt="2026-03-26T14:20:25.317" v="57"/>
        <pc:sldMkLst>
          <pc:docMk/>
          <pc:sldMk cId="2396906257" sldId="3327"/>
        </pc:sldMkLst>
        <pc:spChg chg="mod">
          <ac:chgData name="Coen Zijlstra" userId="S::c.zijlstra@bluepeak.energy::545b4b9d-66d8-44b2-9521-bd251152aa41" providerId="AD" clId="Web-{219D3B49-F2EF-1DC3-B7D6-11FE9A3C0AC7}" dt="2026-03-26T09:41:48.276" v="8" actId="20577"/>
          <ac:spMkLst>
            <pc:docMk/>
            <pc:sldMk cId="2396906257" sldId="3327"/>
            <ac:spMk id="3" creationId="{A4B00F7E-5AED-C822-88B8-C4788E17BFBC}"/>
          </ac:spMkLst>
        </pc:spChg>
        <pc:spChg chg="mod">
          <ac:chgData name="Coen Zijlstra" userId="S::c.zijlstra@bluepeak.energy::545b4b9d-66d8-44b2-9521-bd251152aa41" providerId="AD" clId="Web-{219D3B49-F2EF-1DC3-B7D6-11FE9A3C0AC7}" dt="2026-03-26T09:14:06.024" v="1" actId="20577"/>
          <ac:spMkLst>
            <pc:docMk/>
            <pc:sldMk cId="2396906257" sldId="3327"/>
            <ac:spMk id="34" creationId="{F0836135-AD0E-B629-37DE-6A9F510A2D5A}"/>
          </ac:spMkLst>
        </pc:spChg>
      </pc:sldChg>
    </pc:docChg>
  </pc:docChgLst>
  <pc:docChgLst>
    <pc:chgData name="Bram Peperzak" userId="S::b.peperzak@bluepeak.energy::8d5822db-27b0-4f23-9f6a-bd2ec4a16ace" providerId="AD" clId="Web-{8797D9B4-B1BE-A023-3D83-F6EFDF0068CA}"/>
    <pc:docChg chg="modSld">
      <pc:chgData name="Bram Peperzak" userId="S::b.peperzak@bluepeak.energy::8d5822db-27b0-4f23-9f6a-bd2ec4a16ace" providerId="AD" clId="Web-{8797D9B4-B1BE-A023-3D83-F6EFDF0068CA}" dt="2026-03-16T11:59:27.233" v="7" actId="20577"/>
      <pc:docMkLst>
        <pc:docMk/>
      </pc:docMkLst>
      <pc:sldChg chg="modSp">
        <pc:chgData name="Bram Peperzak" userId="S::b.peperzak@bluepeak.energy::8d5822db-27b0-4f23-9f6a-bd2ec4a16ace" providerId="AD" clId="Web-{8797D9B4-B1BE-A023-3D83-F6EFDF0068CA}" dt="2026-03-16T11:59:27.233" v="7" actId="20577"/>
        <pc:sldMkLst>
          <pc:docMk/>
          <pc:sldMk cId="2644831373" sldId="3326"/>
        </pc:sldMkLst>
        <pc:spChg chg="mod">
          <ac:chgData name="Bram Peperzak" userId="S::b.peperzak@bluepeak.energy::8d5822db-27b0-4f23-9f6a-bd2ec4a16ace" providerId="AD" clId="Web-{8797D9B4-B1BE-A023-3D83-F6EFDF0068CA}" dt="2026-03-16T11:59:27.233" v="7" actId="20577"/>
          <ac:spMkLst>
            <pc:docMk/>
            <pc:sldMk cId="2644831373" sldId="3326"/>
            <ac:spMk id="14" creationId="{C1AE39A2-3A4E-7986-7455-FA7146F29712}"/>
          </ac:spMkLst>
        </pc:spChg>
      </pc:sldChg>
    </pc:docChg>
  </pc:docChgLst>
</pc:chgInfo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 rtl="0">
              <a:def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Energy use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1402788473482729"/>
          <c:y val="0.14605726488110043"/>
          <c:w val="0.85955873969816909"/>
          <c:h val="0.68295803130308153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3'!$G$2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3'!$G$3:$G$14</c:f>
              <c:numCache>
                <c:formatCode>_ * #,##0_ ;_ * \-#,##0_ ;_ * "-"??_ ;_ @_ </c:formatCode>
                <c:ptCount val="12"/>
                <c:pt idx="0">
                  <c:v>53627.656</c:v>
                </c:pt>
                <c:pt idx="1">
                  <c:v>23016.99</c:v>
                </c:pt>
                <c:pt idx="2">
                  <c:v>7566.819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84.713</c:v>
                </c:pt>
                <c:pt idx="8">
                  <c:v>0.0</c:v>
                </c:pt>
                <c:pt idx="9">
                  <c:v>3955.392</c:v>
                </c:pt>
                <c:pt idx="10">
                  <c:v>38103.542</c:v>
                </c:pt>
                <c:pt idx="11">
                  <c:v>49485.482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38-4913-89A1-959F083EF4E7}"/>
            </c:ext>
          </c:extLst>
        </c:ser>
        <c:ser>
          <c:idx val="1"/>
          <c:order val="1"/>
          <c:tx>
            <c:strRef>
              <c:f>'Load Scenario 3'!$F$2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cat>
            <c:strRef>
              <c:f>'Load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3'!$F$3:$F$14</c:f>
              <c:numCache>
                <c:formatCode>_ * #,##0_ ;_ * \-#,##0_ ;_ * "-"??_ ;_ @_ </c:formatCode>
                <c:ptCount val="12"/>
                <c:pt idx="0">
                  <c:v>62653.291</c:v>
                </c:pt>
                <c:pt idx="1">
                  <c:v>40461.8047</c:v>
                </c:pt>
                <c:pt idx="2">
                  <c:v>31830.6445</c:v>
                </c:pt>
                <c:pt idx="3">
                  <c:v>373.78</c:v>
                </c:pt>
                <c:pt idx="4">
                  <c:v>0.014</c:v>
                </c:pt>
                <c:pt idx="5">
                  <c:v>0.014</c:v>
                </c:pt>
                <c:pt idx="6">
                  <c:v>11.134</c:v>
                </c:pt>
                <c:pt idx="7">
                  <c:v>8326.3673</c:v>
                </c:pt>
                <c:pt idx="8">
                  <c:v>7319.2589</c:v>
                </c:pt>
                <c:pt idx="9">
                  <c:v>32106.58</c:v>
                </c:pt>
                <c:pt idx="10">
                  <c:v>46311.5064</c:v>
                </c:pt>
                <c:pt idx="11">
                  <c:v>59224.4299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7F38-4913-89A1-959F083EF4E7}"/>
            </c:ext>
          </c:extLst>
        </c:ser>
        <c:ser>
          <c:idx val="2"/>
          <c:order val="2"/>
          <c:tx>
            <c:strRef>
              <c:f>'Load Scenario 3'!$H$2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3'!$H$3:$H$14</c:f>
              <c:numCache>
                <c:formatCode>_ * #,##0_ ;_ * \-#,##0_ ;_ * "-"??_ ;_ @_ </c:formatCode>
                <c:ptCount val="12"/>
                <c:pt idx="0">
                  <c:v>1084.446</c:v>
                </c:pt>
                <c:pt idx="1">
                  <c:v>20336.762</c:v>
                </c:pt>
                <c:pt idx="2">
                  <c:v>37172.468</c:v>
                </c:pt>
                <c:pt idx="3">
                  <c:v>41233.696</c:v>
                </c:pt>
                <c:pt idx="4">
                  <c:v>39012.043</c:v>
                </c:pt>
                <c:pt idx="5">
                  <c:v>39451.091</c:v>
                </c:pt>
                <c:pt idx="6">
                  <c:v>41221.646</c:v>
                </c:pt>
                <c:pt idx="7">
                  <c:v>45529.095</c:v>
                </c:pt>
                <c:pt idx="8">
                  <c:v>41492.725</c:v>
                </c:pt>
                <c:pt idx="9">
                  <c:v>22539.082</c:v>
                </c:pt>
                <c:pt idx="10">
                  <c:v>5003.231</c:v>
                </c:pt>
                <c:pt idx="11">
                  <c:v>562.996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F38-4913-89A1-959F083EF4E7}"/>
            </c:ext>
          </c:extLst>
        </c:ser>
        <c:ser>
          <c:idx val="0"/>
          <c:order val="3"/>
          <c:tx>
            <c:strRef>
              <c:f>'Load Scenario 3'!$I$2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'Load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3'!$I$3:$I$14</c:f>
              <c:numCache>
                <c:formatCode>_ * #,##0_ ;_ * \-#,##0_ ;_ * "-"??_ ;_ @_ </c:formatCode>
                <c:ptCount val="12"/>
                <c:pt idx="0">
                  <c:v>22354.738</c:v>
                </c:pt>
                <c:pt idx="1">
                  <c:v>38194.3133</c:v>
                </c:pt>
                <c:pt idx="2">
                  <c:v>46191.5755</c:v>
                </c:pt>
                <c:pt idx="3">
                  <c:v>52454.004</c:v>
                </c:pt>
                <c:pt idx="4">
                  <c:v>57746.961</c:v>
                </c:pt>
                <c:pt idx="5">
                  <c:v>66623.563</c:v>
                </c:pt>
                <c:pt idx="6">
                  <c:v>70462.042</c:v>
                </c:pt>
                <c:pt idx="7">
                  <c:v>51676.7567</c:v>
                </c:pt>
                <c:pt idx="8">
                  <c:v>45827.3221</c:v>
                </c:pt>
                <c:pt idx="9">
                  <c:v>35248.104</c:v>
                </c:pt>
                <c:pt idx="10">
                  <c:v>24735.5586</c:v>
                </c:pt>
                <c:pt idx="11">
                  <c:v>14952.5171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7F38-4913-89A1-959F083EF4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67635366"/>
        <c:axId val="781056130"/>
      </c:barChart>
      <c:catAx>
        <c:axId val="136763536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781056130"/>
        <c:crosses val="autoZero"/>
        <c:auto val="1"/>
        <c:lblAlgn val="ctr"/>
        <c:lblOffset val="100"/>
        <c:noMultiLvlLbl val="1"/>
      </c:catAx>
      <c:valAx>
        <c:axId val="781056130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1367635366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91869268517337E-2"/>
          <c:y val="5.0925816683338038E-2"/>
          <c:w val="0.25074371190032396"/>
          <c:h val="0.9083984371660383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3'!$G$2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3'!$G$16</c:f>
              <c:numCache>
                <c:formatCode>_ * #,##0_ ;_ * \-#,##0_ ;_ * "-"??_ ;_ @_ </c:formatCode>
                <c:ptCount val="1"/>
                <c:pt idx="0">
                  <c:v>175840.594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C8-40BA-AA4D-996F7060561A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0"/>
          <c:order val="1"/>
          <c:tx>
            <c:strRef>
              <c:f>'Load Scenario 3'!$F$2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val>
            <c:numRef>
              <c:f>'Load Scenario 3'!$F$16</c:f>
              <c:numCache>
                <c:formatCode>_ * #,##0_ ;_ * \-#,##0_ ;_ * "-"??_ ;_ @_ </c:formatCode>
                <c:ptCount val="1"/>
                <c:pt idx="0">
                  <c:v>288618.8247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03C8-40BA-AA4D-996F7060561A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'Load Scenario 3'!$H$2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3'!$H$16</c:f>
              <c:numCache>
                <c:formatCode>_ * #,##0_ ;_ * \-#,##0_ ;_ * "-"??_ ;_ @_ </c:formatCode>
                <c:ptCount val="1"/>
                <c:pt idx="0">
                  <c:v>334639.281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3C8-40BA-AA4D-996F7060561A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3"/>
          <c:tx>
            <c:strRef>
              <c:f>'Load Scenario 3'!$I$2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val>
            <c:numRef>
              <c:f>'Load Scenario 3'!$I$16</c:f>
              <c:numCache>
                <c:formatCode>_ * #,##0_ ;_ * \-#,##0_ ;_ * "-"??_ ;_ @_ </c:formatCode>
                <c:ptCount val="1"/>
                <c:pt idx="0">
                  <c:v>526467.4553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03C8-40BA-AA4D-996F7060561A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FF9902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Solar PV production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309770942770897"/>
          <c:y val="0.21434709144474612"/>
          <c:w val="0.84067710152079189"/>
          <c:h val="0.60095459534400086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3'!$E$2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3'!$E$3:$E$14</c:f>
              <c:numCache>
                <c:formatCode>_ * #,##0_ ;_ * \-#,##0_ ;_ * "-"??_ ;_ @_ </c:formatCode>
                <c:ptCount val="12"/>
                <c:pt idx="0">
                  <c:v>22354.738</c:v>
                </c:pt>
                <c:pt idx="1">
                  <c:v>38194.3133</c:v>
                </c:pt>
                <c:pt idx="2">
                  <c:v>46191.5755</c:v>
                </c:pt>
                <c:pt idx="3">
                  <c:v>52454.004</c:v>
                </c:pt>
                <c:pt idx="4">
                  <c:v>57746.961</c:v>
                </c:pt>
                <c:pt idx="5">
                  <c:v>66623.563</c:v>
                </c:pt>
                <c:pt idx="6">
                  <c:v>70462.042</c:v>
                </c:pt>
                <c:pt idx="7">
                  <c:v>51676.7567</c:v>
                </c:pt>
                <c:pt idx="8">
                  <c:v>45827.3221</c:v>
                </c:pt>
                <c:pt idx="9">
                  <c:v>35248.104</c:v>
                </c:pt>
                <c:pt idx="10">
                  <c:v>24735.5586</c:v>
                </c:pt>
                <c:pt idx="11">
                  <c:v>14952.5171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7C7-4FC3-8966-E8A3D4F7FCD0}"/>
            </c:ext>
          </c:extLst>
        </c:ser>
        <c:ser>
          <c:idx val="1"/>
          <c:order val="1"/>
          <c:tx>
            <c:strRef>
              <c:f>'Production Scenario 3'!$F$2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3'!$F$3:$F$14</c:f>
              <c:numCache>
                <c:formatCode>_ * #,##0_ ;_ * \-#,##0_ ;_ * "-"??_ ;_ @_ </c:formatCode>
                <c:ptCount val="12"/>
                <c:pt idx="0">
                  <c:v>1084.446</c:v>
                </c:pt>
                <c:pt idx="1">
                  <c:v>20336.762</c:v>
                </c:pt>
                <c:pt idx="2">
                  <c:v>37172.468</c:v>
                </c:pt>
                <c:pt idx="3">
                  <c:v>41233.696</c:v>
                </c:pt>
                <c:pt idx="4">
                  <c:v>39012.043</c:v>
                </c:pt>
                <c:pt idx="5">
                  <c:v>39451.091</c:v>
                </c:pt>
                <c:pt idx="6">
                  <c:v>41221.646</c:v>
                </c:pt>
                <c:pt idx="7">
                  <c:v>45529.095</c:v>
                </c:pt>
                <c:pt idx="8">
                  <c:v>41492.725</c:v>
                </c:pt>
                <c:pt idx="9">
                  <c:v>22539.082</c:v>
                </c:pt>
                <c:pt idx="10">
                  <c:v>5003.231</c:v>
                </c:pt>
                <c:pt idx="11">
                  <c:v>562.996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37C7-4FC3-8966-E8A3D4F7FCD0}"/>
            </c:ext>
          </c:extLst>
        </c:ser>
        <c:ser>
          <c:idx val="2"/>
          <c:order val="2"/>
          <c:tx>
            <c:strRef>
              <c:f>'Production Scenario 3'!$G$2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9D9D9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3'!$G$3:$G$14</c:f>
              <c:numCache>
                <c:formatCode>_ * #,##0_ ;_ * \-#,##0_ ;_ * "-"??_ ;_ @_ 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1908.809</c:v>
                </c:pt>
                <c:pt idx="3">
                  <c:v>43504.046</c:v>
                </c:pt>
                <c:pt idx="4">
                  <c:v>70947.159</c:v>
                </c:pt>
                <c:pt idx="5">
                  <c:v>72455.203</c:v>
                </c:pt>
                <c:pt idx="6">
                  <c:v>77383.376</c:v>
                </c:pt>
                <c:pt idx="7">
                  <c:v>29052.127</c:v>
                </c:pt>
                <c:pt idx="8">
                  <c:v>8117.122</c:v>
                </c:pt>
                <c:pt idx="9">
                  <c:v>185.058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37C7-4FC3-8966-E8A3D4F7FC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78011893"/>
        <c:axId val="1303300568"/>
      </c:barChart>
      <c:catAx>
        <c:axId val="878011893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crossAx val="1303300568"/>
        <c:crosses val="autoZero"/>
        <c:auto val="1"/>
        <c:lblAlgn val="ctr"/>
        <c:lblOffset val="100"/>
        <c:noMultiLvlLbl val="1"/>
      </c:catAx>
      <c:valAx>
        <c:axId val="1303300568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878011893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581836251051117E-2"/>
          <c:y val="7.1540126548684774E-2"/>
          <c:w val="0.25370486456183272"/>
          <c:h val="0.9083984371660383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3'!$E$2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FF9902"/>
              </a:solidFill>
              <a:ln cmpd="sng">
                <a:noFill/>
              </a:ln>
            </c:spPr>
            <c:extLst>
              <c:ext xmlns:c16="http://schemas.microsoft.com/office/drawing/2014/chart" uri="{C3380CC4-5D6E-409C-BE32-E72D297353CC}">
                <c16:uniqueId val="{00000001-2858-4552-9311-3B8E7A31320C}"/>
              </c:ext>
            </c:extLst>
          </c:dPt>
          <c:val>
            <c:numRef>
              <c:f>'Production Scenario 3'!$E$15</c:f>
              <c:numCache>
                <c:formatCode>_ * #,##0_ ;_ * \-#,##0_ ;_ * "-"??_ ;_ @_ </c:formatCode>
                <c:ptCount val="1"/>
                <c:pt idx="0">
                  <c:v>526467.4553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858-4552-9311-3B8E7A31320C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1"/>
          <c:tx>
            <c:strRef>
              <c:f>'Production Scenario 3'!$F$2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val>
            <c:numRef>
              <c:f>'Production Scenario 3'!$F$15</c:f>
              <c:numCache>
                <c:formatCode>_ * #,##0_ ;_ * \-#,##0_ ;_ * "-"??_ ;_ @_ </c:formatCode>
                <c:ptCount val="1"/>
                <c:pt idx="0">
                  <c:v>334639.281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2858-4552-9311-3B8E7A31320C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'Production Scenario 3'!$G$2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ADADA"/>
            </a:solidFill>
          </c:spPr>
          <c:invertIfNegative val="0"/>
          <c:val>
            <c:numRef>
              <c:f>'Production Scenario 3'!$G$15</c:f>
              <c:numCache>
                <c:formatCode>_ * #,##0_ ;_ * \-#,##0_ ;_ * "-"??_ ;_ @_ </c:formatCode>
                <c:ptCount val="1"/>
                <c:pt idx="0">
                  <c:v>303552.9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858-4552-9311-3B8E7A31320C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DADADA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 rtl="0">
              <a:def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Energy use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1402788473482729"/>
          <c:y val="0.14605726488110043"/>
          <c:w val="0.85955873969816909"/>
          <c:h val="0.68295803130308153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3'!$G$2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3'!$G$3:$G$14</c:f>
              <c:numCache>
                <c:formatCode>_ * #,##0_ ;_ * \-#,##0_ ;_ * "-"??_ ;_ @_ </c:formatCode>
                <c:ptCount val="12"/>
                <c:pt idx="0">
                  <c:v>76541.025</c:v>
                </c:pt>
                <c:pt idx="1">
                  <c:v>30696.964</c:v>
                </c:pt>
                <c:pt idx="2">
                  <c:v>12790.812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1354.64</c:v>
                </c:pt>
                <c:pt idx="8">
                  <c:v>0.0</c:v>
                </c:pt>
                <c:pt idx="9">
                  <c:v>6783.987</c:v>
                </c:pt>
                <c:pt idx="10">
                  <c:v>45594.944</c:v>
                </c:pt>
                <c:pt idx="11">
                  <c:v>68305.805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38-4913-89A1-959F083EF4E7}"/>
            </c:ext>
          </c:extLst>
        </c:ser>
        <c:ser>
          <c:idx val="1"/>
          <c:order val="1"/>
          <c:tx>
            <c:strRef>
              <c:f>'Load Scenario 3'!$F$2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cat>
            <c:strRef>
              <c:f>'Load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3'!$F$3:$F$14</c:f>
              <c:numCache>
                <c:formatCode>_ * #,##0_ ;_ * \-#,##0_ ;_ * "-"??_ ;_ @_ </c:formatCode>
                <c:ptCount val="12"/>
                <c:pt idx="0">
                  <c:v>40657.3384</c:v>
                </c:pt>
                <c:pt idx="1">
                  <c:v>34203.9015</c:v>
                </c:pt>
                <c:pt idx="2">
                  <c:v>30757.7195</c:v>
                </c:pt>
                <c:pt idx="3">
                  <c:v>1722.798</c:v>
                </c:pt>
                <c:pt idx="4">
                  <c:v>986.471</c:v>
                </c:pt>
                <c:pt idx="5">
                  <c:v>936.001</c:v>
                </c:pt>
                <c:pt idx="6">
                  <c:v>1356.943</c:v>
                </c:pt>
                <c:pt idx="7">
                  <c:v>12240.1829</c:v>
                </c:pt>
                <c:pt idx="8">
                  <c:v>11410.7342</c:v>
                </c:pt>
                <c:pt idx="9">
                  <c:v>32974.7728</c:v>
                </c:pt>
                <c:pt idx="10">
                  <c:v>38911.8447</c:v>
                </c:pt>
                <c:pt idx="11">
                  <c:v>40729.6381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7F38-4913-89A1-959F083EF4E7}"/>
            </c:ext>
          </c:extLst>
        </c:ser>
        <c:ser>
          <c:idx val="2"/>
          <c:order val="2"/>
          <c:tx>
            <c:strRef>
              <c:f>'Load Scenario 3'!$H$2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3'!$H$3:$H$14</c:f>
              <c:numCache>
                <c:formatCode>_ * #,##0_ ;_ * \-#,##0_ ;_ * "-"??_ ;_ @_ </c:formatCode>
                <c:ptCount val="12"/>
                <c:pt idx="0">
                  <c:v>606.306</c:v>
                </c:pt>
                <c:pt idx="1">
                  <c:v>16327.036</c:v>
                </c:pt>
                <c:pt idx="2">
                  <c:v>30354.186</c:v>
                </c:pt>
                <c:pt idx="3">
                  <c:v>40368.647</c:v>
                </c:pt>
                <c:pt idx="4">
                  <c:v>37853.166</c:v>
                </c:pt>
                <c:pt idx="5">
                  <c:v>38171.294</c:v>
                </c:pt>
                <c:pt idx="6">
                  <c:v>39266.731</c:v>
                </c:pt>
                <c:pt idx="7">
                  <c:v>38607.492</c:v>
                </c:pt>
                <c:pt idx="8">
                  <c:v>36090.177</c:v>
                </c:pt>
                <c:pt idx="9">
                  <c:v>18671.772</c:v>
                </c:pt>
                <c:pt idx="10">
                  <c:v>4169.343</c:v>
                </c:pt>
                <c:pt idx="11">
                  <c:v>351.835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F38-4913-89A1-959F083EF4E7}"/>
            </c:ext>
          </c:extLst>
        </c:ser>
        <c:ser>
          <c:idx val="0"/>
          <c:order val="3"/>
          <c:tx>
            <c:strRef>
              <c:f>'Load Scenario 3'!$I$2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'Load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3'!$I$3:$I$14</c:f>
              <c:numCache>
                <c:formatCode>_ * #,##0_ ;_ * \-#,##0_ ;_ * "-"??_ ;_ @_ </c:formatCode>
                <c:ptCount val="12"/>
                <c:pt idx="0">
                  <c:v>21915.4616</c:v>
                </c:pt>
                <c:pt idx="1">
                  <c:v>40781.9685</c:v>
                </c:pt>
                <c:pt idx="2">
                  <c:v>48858.7895</c:v>
                </c:pt>
                <c:pt idx="3">
                  <c:v>51970.035</c:v>
                </c:pt>
                <c:pt idx="4">
                  <c:v>57919.381</c:v>
                </c:pt>
                <c:pt idx="5">
                  <c:v>66967.373</c:v>
                </c:pt>
                <c:pt idx="6">
                  <c:v>71071.148</c:v>
                </c:pt>
                <c:pt idx="7">
                  <c:v>53414.6171</c:v>
                </c:pt>
                <c:pt idx="8">
                  <c:v>47138.3948</c:v>
                </c:pt>
                <c:pt idx="9">
                  <c:v>35418.6262</c:v>
                </c:pt>
                <c:pt idx="10">
                  <c:v>25477.7063</c:v>
                </c:pt>
                <c:pt idx="11">
                  <c:v>14838.1469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7F38-4913-89A1-959F083EF4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67635366"/>
        <c:axId val="781056130"/>
      </c:barChart>
      <c:catAx>
        <c:axId val="136763536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781056130"/>
        <c:crosses val="autoZero"/>
        <c:auto val="1"/>
        <c:lblAlgn val="ctr"/>
        <c:lblOffset val="100"/>
        <c:noMultiLvlLbl val="1"/>
      </c:catAx>
      <c:valAx>
        <c:axId val="781056130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1367635366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91869268517337E-2"/>
          <c:y val="5.0925816683338038E-2"/>
          <c:w val="0.25074371190032396"/>
          <c:h val="0.9083984371660383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3'!$G$2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3'!$G$16</c:f>
              <c:numCache>
                <c:formatCode>_ * #,##0_ ;_ * \-#,##0_ ;_ * "-"??_ ;_ @_ </c:formatCode>
                <c:ptCount val="1"/>
                <c:pt idx="0">
                  <c:v>242068.177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C8-40BA-AA4D-996F7060561A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0"/>
          <c:order val="1"/>
          <c:tx>
            <c:strRef>
              <c:f>'Load Scenario 3'!$F$2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val>
            <c:numRef>
              <c:f>'Load Scenario 3'!$F$16</c:f>
              <c:numCache>
                <c:formatCode>_ * #,##0_ ;_ * \-#,##0_ ;_ * "-"??_ ;_ @_ </c:formatCode>
                <c:ptCount val="1"/>
                <c:pt idx="0">
                  <c:v>246888.3452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03C8-40BA-AA4D-996F7060561A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'Load Scenario 3'!$H$2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3'!$H$16</c:f>
              <c:numCache>
                <c:formatCode>_ * #,##0_ ;_ * \-#,##0_ ;_ * "-"??_ ;_ @_ </c:formatCode>
                <c:ptCount val="1"/>
                <c:pt idx="0">
                  <c:v>300837.985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3C8-40BA-AA4D-996F7060561A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3"/>
          <c:tx>
            <c:strRef>
              <c:f>'Load Scenario 3'!$I$2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val>
            <c:numRef>
              <c:f>'Load Scenario 3'!$I$16</c:f>
              <c:numCache>
                <c:formatCode>_ * #,##0_ ;_ * \-#,##0_ ;_ * "-"??_ ;_ @_ </c:formatCode>
                <c:ptCount val="1"/>
                <c:pt idx="0">
                  <c:v>535771.6478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03C8-40BA-AA4D-996F7060561A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FF9902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Solar PV production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309770942770897"/>
          <c:y val="0.21434709144474612"/>
          <c:w val="0.84067710152079189"/>
          <c:h val="0.60095459534400086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3'!$E$2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3'!$E$3:$E$14</c:f>
              <c:numCache>
                <c:formatCode>_ * #,##0_ ;_ * \-#,##0_ ;_ * "-"??_ ;_ @_ </c:formatCode>
                <c:ptCount val="12"/>
                <c:pt idx="0">
                  <c:v>21915.4616</c:v>
                </c:pt>
                <c:pt idx="1">
                  <c:v>40781.9685</c:v>
                </c:pt>
                <c:pt idx="2">
                  <c:v>48858.7895</c:v>
                </c:pt>
                <c:pt idx="3">
                  <c:v>51970.035</c:v>
                </c:pt>
                <c:pt idx="4">
                  <c:v>57919.381</c:v>
                </c:pt>
                <c:pt idx="5">
                  <c:v>66967.373</c:v>
                </c:pt>
                <c:pt idx="6">
                  <c:v>71071.148</c:v>
                </c:pt>
                <c:pt idx="7">
                  <c:v>53414.6171</c:v>
                </c:pt>
                <c:pt idx="8">
                  <c:v>47138.3948</c:v>
                </c:pt>
                <c:pt idx="9">
                  <c:v>35418.6262</c:v>
                </c:pt>
                <c:pt idx="10">
                  <c:v>25477.7063</c:v>
                </c:pt>
                <c:pt idx="11">
                  <c:v>14838.1469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7C7-4FC3-8966-E8A3D4F7FCD0}"/>
            </c:ext>
          </c:extLst>
        </c:ser>
        <c:ser>
          <c:idx val="1"/>
          <c:order val="1"/>
          <c:tx>
            <c:strRef>
              <c:f>'Production Scenario 3'!$F$2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3'!$F$3:$F$14</c:f>
              <c:numCache>
                <c:formatCode>_ * #,##0_ ;_ * \-#,##0_ ;_ * "-"??_ ;_ @_ </c:formatCode>
                <c:ptCount val="12"/>
                <c:pt idx="0">
                  <c:v>606.306</c:v>
                </c:pt>
                <c:pt idx="1">
                  <c:v>16327.036</c:v>
                </c:pt>
                <c:pt idx="2">
                  <c:v>30354.186</c:v>
                </c:pt>
                <c:pt idx="3">
                  <c:v>40368.647</c:v>
                </c:pt>
                <c:pt idx="4">
                  <c:v>37853.166</c:v>
                </c:pt>
                <c:pt idx="5">
                  <c:v>38171.294</c:v>
                </c:pt>
                <c:pt idx="6">
                  <c:v>39266.731</c:v>
                </c:pt>
                <c:pt idx="7">
                  <c:v>38607.492</c:v>
                </c:pt>
                <c:pt idx="8">
                  <c:v>36090.177</c:v>
                </c:pt>
                <c:pt idx="9">
                  <c:v>18671.772</c:v>
                </c:pt>
                <c:pt idx="10">
                  <c:v>4169.343</c:v>
                </c:pt>
                <c:pt idx="11">
                  <c:v>351.835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37C7-4FC3-8966-E8A3D4F7FCD0}"/>
            </c:ext>
          </c:extLst>
        </c:ser>
        <c:ser>
          <c:idx val="2"/>
          <c:order val="2"/>
          <c:tx>
            <c:strRef>
              <c:f>'Production Scenario 3'!$G$2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9D9D9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3'!$G$3:$G$14</c:f>
              <c:numCache>
                <c:formatCode>_ * #,##0_ ;_ * \-#,##0_ ;_ * "-"??_ ;_ @_ 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2580.358</c:v>
                </c:pt>
                <c:pt idx="3">
                  <c:v>34055.108</c:v>
                </c:pt>
                <c:pt idx="4">
                  <c:v>56772.929</c:v>
                </c:pt>
                <c:pt idx="5">
                  <c:v>57228.322</c:v>
                </c:pt>
                <c:pt idx="6">
                  <c:v>61332.244</c:v>
                </c:pt>
                <c:pt idx="7">
                  <c:v>25101.618</c:v>
                </c:pt>
                <c:pt idx="8">
                  <c:v>7189.121</c:v>
                </c:pt>
                <c:pt idx="9">
                  <c:v>676.304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37C7-4FC3-8966-E8A3D4F7FC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78011893"/>
        <c:axId val="1303300568"/>
      </c:barChart>
      <c:catAx>
        <c:axId val="878011893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crossAx val="1303300568"/>
        <c:crosses val="autoZero"/>
        <c:auto val="1"/>
        <c:lblAlgn val="ctr"/>
        <c:lblOffset val="100"/>
        <c:noMultiLvlLbl val="1"/>
      </c:catAx>
      <c:valAx>
        <c:axId val="1303300568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878011893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581836251051117E-2"/>
          <c:y val="7.1540126548684774E-2"/>
          <c:w val="0.25370486456183272"/>
          <c:h val="0.9083984371660383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3'!$E$2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FF9902"/>
              </a:solidFill>
              <a:ln cmpd="sng">
                <a:noFill/>
              </a:ln>
            </c:spPr>
            <c:extLst>
              <c:ext xmlns:c16="http://schemas.microsoft.com/office/drawing/2014/chart" uri="{C3380CC4-5D6E-409C-BE32-E72D297353CC}">
                <c16:uniqueId val="{00000001-2858-4552-9311-3B8E7A31320C}"/>
              </c:ext>
            </c:extLst>
          </c:dPt>
          <c:val>
            <c:numRef>
              <c:f>'Production Scenario 3'!$E$15</c:f>
              <c:numCache>
                <c:formatCode>_ * #,##0_ ;_ * \-#,##0_ ;_ * "-"??_ ;_ @_ </c:formatCode>
                <c:ptCount val="1"/>
                <c:pt idx="0">
                  <c:v>535771.6478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858-4552-9311-3B8E7A31320C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1"/>
          <c:tx>
            <c:strRef>
              <c:f>'Production Scenario 3'!$F$2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val>
            <c:numRef>
              <c:f>'Production Scenario 3'!$F$15</c:f>
              <c:numCache>
                <c:formatCode>_ * #,##0_ ;_ * \-#,##0_ ;_ * "-"??_ ;_ @_ </c:formatCode>
                <c:ptCount val="1"/>
                <c:pt idx="0">
                  <c:v>300837.985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2858-4552-9311-3B8E7A31320C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'Production Scenario 3'!$G$2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ADADA"/>
            </a:solidFill>
          </c:spPr>
          <c:invertIfNegative val="0"/>
          <c:val>
            <c:numRef>
              <c:f>'Production Scenario 3'!$G$15</c:f>
              <c:numCache>
                <c:formatCode>_ * #,##0_ ;_ * \-#,##0_ ;_ * "-"??_ ;_ @_ </c:formatCode>
                <c:ptCount val="1"/>
                <c:pt idx="0">
                  <c:v>244936.004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858-4552-9311-3B8E7A31320C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DADADA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 rtl="0">
              <a:def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Energy use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1402788473482729"/>
          <c:y val="0.14605726488110043"/>
          <c:w val="0.85955873969816909"/>
          <c:h val="0.68295803130308153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3'!$G$2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3'!$G$3:$G$14</c:f>
              <c:numCache>
                <c:formatCode>_ * #,##0_ ;_ * \-#,##0_ ;_ * "-"??_ ;_ @_ </c:formatCode>
                <c:ptCount val="12"/>
                <c:pt idx="0">
                  <c:v>4746.721</c:v>
                </c:pt>
                <c:pt idx="1">
                  <c:v>323.671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738.857</c:v>
                </c:pt>
                <c:pt idx="10">
                  <c:v>6035.686</c:v>
                </c:pt>
                <c:pt idx="11">
                  <c:v>17270.48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38-4913-89A1-959F083EF4E7}"/>
            </c:ext>
          </c:extLst>
        </c:ser>
        <c:ser>
          <c:idx val="1"/>
          <c:order val="1"/>
          <c:tx>
            <c:strRef>
              <c:f>'Load Scenario 3'!$F$2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cat>
            <c:strRef>
              <c:f>'Load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3'!$F$3:$F$14</c:f>
              <c:numCache>
                <c:formatCode>_ * #,##0_ ;_ * \-#,##0_ ;_ * "-"??_ ;_ @_ </c:formatCode>
                <c:ptCount val="12"/>
                <c:pt idx="0">
                  <c:v>37107.79</c:v>
                </c:pt>
                <c:pt idx="1">
                  <c:v>16985.3578</c:v>
                </c:pt>
                <c:pt idx="2">
                  <c:v>3848.8418</c:v>
                </c:pt>
                <c:pt idx="3">
                  <c:v>0.016</c:v>
                </c:pt>
                <c:pt idx="4">
                  <c:v>0.022</c:v>
                </c:pt>
                <c:pt idx="5">
                  <c:v>0.02</c:v>
                </c:pt>
                <c:pt idx="6">
                  <c:v>0.015</c:v>
                </c:pt>
                <c:pt idx="7">
                  <c:v>2971.5979</c:v>
                </c:pt>
                <c:pt idx="8">
                  <c:v>2507.1094</c:v>
                </c:pt>
                <c:pt idx="9">
                  <c:v>18108.1079</c:v>
                </c:pt>
                <c:pt idx="10">
                  <c:v>30714.8288</c:v>
                </c:pt>
                <c:pt idx="11">
                  <c:v>39838.4628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7F38-4913-89A1-959F083EF4E7}"/>
            </c:ext>
          </c:extLst>
        </c:ser>
        <c:ser>
          <c:idx val="2"/>
          <c:order val="2"/>
          <c:tx>
            <c:strRef>
              <c:f>'Load Scenario 3'!$H$2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3'!$H$3:$H$14</c:f>
              <c:numCache>
                <c:formatCode>_ * #,##0_ ;_ * \-#,##0_ ;_ * "-"??_ ;_ @_ </c:formatCode>
                <c:ptCount val="12"/>
                <c:pt idx="0">
                  <c:v>6193.076</c:v>
                </c:pt>
                <c:pt idx="1">
                  <c:v>21763.186</c:v>
                </c:pt>
                <c:pt idx="2">
                  <c:v>26155.078</c:v>
                </c:pt>
                <c:pt idx="3">
                  <c:v>23992.271</c:v>
                </c:pt>
                <c:pt idx="4">
                  <c:v>20040.115</c:v>
                </c:pt>
                <c:pt idx="5">
                  <c:v>18838.555</c:v>
                </c:pt>
                <c:pt idx="6">
                  <c:v>22200.727</c:v>
                </c:pt>
                <c:pt idx="7">
                  <c:v>26082.569</c:v>
                </c:pt>
                <c:pt idx="8">
                  <c:v>28304.594</c:v>
                </c:pt>
                <c:pt idx="9">
                  <c:v>21449.237</c:v>
                </c:pt>
                <c:pt idx="10">
                  <c:v>9733.46</c:v>
                </c:pt>
                <c:pt idx="11">
                  <c:v>1929.629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F38-4913-89A1-959F083EF4E7}"/>
            </c:ext>
          </c:extLst>
        </c:ser>
        <c:ser>
          <c:idx val="0"/>
          <c:order val="3"/>
          <c:tx>
            <c:strRef>
              <c:f>'Load Scenario 3'!$I$2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'Load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3'!$I$3:$I$14</c:f>
              <c:numCache>
                <c:formatCode>_ * #,##0_ ;_ * \-#,##0_ ;_ * "-"??_ ;_ @_ </c:formatCode>
                <c:ptCount val="12"/>
                <c:pt idx="0">
                  <c:v>15490.601</c:v>
                </c:pt>
                <c:pt idx="1">
                  <c:v>27172.8702</c:v>
                </c:pt>
                <c:pt idx="2">
                  <c:v>29664.8042</c:v>
                </c:pt>
                <c:pt idx="3">
                  <c:v>34484.344</c:v>
                </c:pt>
                <c:pt idx="4">
                  <c:v>36443.156</c:v>
                </c:pt>
                <c:pt idx="5">
                  <c:v>38750.002</c:v>
                </c:pt>
                <c:pt idx="6">
                  <c:v>43414.907</c:v>
                </c:pt>
                <c:pt idx="7">
                  <c:v>34946.1631</c:v>
                </c:pt>
                <c:pt idx="8">
                  <c:v>32368.7516</c:v>
                </c:pt>
                <c:pt idx="9">
                  <c:v>27346.8471</c:v>
                </c:pt>
                <c:pt idx="10">
                  <c:v>19018.3252</c:v>
                </c:pt>
                <c:pt idx="11">
                  <c:v>12994.1582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7F38-4913-89A1-959F083EF4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67635366"/>
        <c:axId val="781056130"/>
      </c:barChart>
      <c:catAx>
        <c:axId val="136763536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781056130"/>
        <c:crosses val="autoZero"/>
        <c:auto val="1"/>
        <c:lblAlgn val="ctr"/>
        <c:lblOffset val="100"/>
        <c:noMultiLvlLbl val="1"/>
      </c:catAx>
      <c:valAx>
        <c:axId val="781056130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1367635366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91869268517337E-2"/>
          <c:y val="5.0925816683338038E-2"/>
          <c:w val="0.25074371190032396"/>
          <c:h val="0.9083984371660383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3'!$G$2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3'!$G$16</c:f>
              <c:numCache>
                <c:formatCode>_ * #,##0_ ;_ * \-#,##0_ ;_ * "-"??_ ;_ @_ </c:formatCode>
                <c:ptCount val="1"/>
                <c:pt idx="0">
                  <c:v>29115.415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C8-40BA-AA4D-996F7060561A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0"/>
          <c:order val="1"/>
          <c:tx>
            <c:strRef>
              <c:f>'Load Scenario 3'!$F$2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val>
            <c:numRef>
              <c:f>'Load Scenario 3'!$F$16</c:f>
              <c:numCache>
                <c:formatCode>_ * #,##0_ ;_ * \-#,##0_ ;_ * "-"??_ ;_ @_ </c:formatCode>
                <c:ptCount val="1"/>
                <c:pt idx="0">
                  <c:v>152082.1693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03C8-40BA-AA4D-996F7060561A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'Load Scenario 3'!$H$2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3'!$H$16</c:f>
              <c:numCache>
                <c:formatCode>_ * #,##0_ ;_ * \-#,##0_ ;_ * "-"??_ ;_ @_ </c:formatCode>
                <c:ptCount val="1"/>
                <c:pt idx="0">
                  <c:v>226682.497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3C8-40BA-AA4D-996F7060561A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3"/>
          <c:tx>
            <c:strRef>
              <c:f>'Load Scenario 3'!$I$2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val>
            <c:numRef>
              <c:f>'Load Scenario 3'!$I$16</c:f>
              <c:numCache>
                <c:formatCode>_ * #,##0_ ;_ * \-#,##0_ ;_ * "-"??_ ;_ @_ </c:formatCode>
                <c:ptCount val="1"/>
                <c:pt idx="0">
                  <c:v>352094.9297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03C8-40BA-AA4D-996F7060561A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FF9902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Solar PV production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309770942770897"/>
          <c:y val="0.21434709144474612"/>
          <c:w val="0.84067710152079189"/>
          <c:h val="0.60095459534400086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3'!$E$2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3'!$E$3:$E$14</c:f>
              <c:numCache>
                <c:formatCode>_ * #,##0_ ;_ * \-#,##0_ ;_ * "-"??_ ;_ @_ </c:formatCode>
                <c:ptCount val="12"/>
                <c:pt idx="0">
                  <c:v>15490.601</c:v>
                </c:pt>
                <c:pt idx="1">
                  <c:v>27172.8702</c:v>
                </c:pt>
                <c:pt idx="2">
                  <c:v>29664.8042</c:v>
                </c:pt>
                <c:pt idx="3">
                  <c:v>34484.344</c:v>
                </c:pt>
                <c:pt idx="4">
                  <c:v>36443.156</c:v>
                </c:pt>
                <c:pt idx="5">
                  <c:v>38750.002</c:v>
                </c:pt>
                <c:pt idx="6">
                  <c:v>43414.907</c:v>
                </c:pt>
                <c:pt idx="7">
                  <c:v>34946.1631</c:v>
                </c:pt>
                <c:pt idx="8">
                  <c:v>32368.7516</c:v>
                </c:pt>
                <c:pt idx="9">
                  <c:v>27346.8471</c:v>
                </c:pt>
                <c:pt idx="10">
                  <c:v>19018.3252</c:v>
                </c:pt>
                <c:pt idx="11">
                  <c:v>12994.1582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7C7-4FC3-8966-E8A3D4F7FCD0}"/>
            </c:ext>
          </c:extLst>
        </c:ser>
        <c:ser>
          <c:idx val="1"/>
          <c:order val="1"/>
          <c:tx>
            <c:strRef>
              <c:f>'Production Scenario 3'!$F$2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3'!$F$3:$F$14</c:f>
              <c:numCache>
                <c:formatCode>_ * #,##0_ ;_ * \-#,##0_ ;_ * "-"??_ ;_ @_ </c:formatCode>
                <c:ptCount val="12"/>
                <c:pt idx="0">
                  <c:v>6193.076</c:v>
                </c:pt>
                <c:pt idx="1">
                  <c:v>21763.186</c:v>
                </c:pt>
                <c:pt idx="2">
                  <c:v>26155.078</c:v>
                </c:pt>
                <c:pt idx="3">
                  <c:v>23992.271</c:v>
                </c:pt>
                <c:pt idx="4">
                  <c:v>20040.115</c:v>
                </c:pt>
                <c:pt idx="5">
                  <c:v>18838.555</c:v>
                </c:pt>
                <c:pt idx="6">
                  <c:v>22200.727</c:v>
                </c:pt>
                <c:pt idx="7">
                  <c:v>26082.569</c:v>
                </c:pt>
                <c:pt idx="8">
                  <c:v>28304.594</c:v>
                </c:pt>
                <c:pt idx="9">
                  <c:v>21449.237</c:v>
                </c:pt>
                <c:pt idx="10">
                  <c:v>9733.46</c:v>
                </c:pt>
                <c:pt idx="11">
                  <c:v>1929.629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37C7-4FC3-8966-E8A3D4F7FCD0}"/>
            </c:ext>
          </c:extLst>
        </c:ser>
        <c:ser>
          <c:idx val="2"/>
          <c:order val="2"/>
          <c:tx>
            <c:strRef>
              <c:f>'Production Scenario 3'!$G$2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9D9D9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3'!$G$3:$G$14</c:f>
              <c:numCache>
                <c:formatCode>_ * #,##0_ ;_ * \-#,##0_ ;_ * "-"??_ ;_ @_ </c:formatCode>
                <c:ptCount val="12"/>
                <c:pt idx="0">
                  <c:v>0.0</c:v>
                </c:pt>
                <c:pt idx="1">
                  <c:v>6873.208</c:v>
                </c:pt>
                <c:pt idx="2">
                  <c:v>27478.845</c:v>
                </c:pt>
                <c:pt idx="3">
                  <c:v>70810.562</c:v>
                </c:pt>
                <c:pt idx="4">
                  <c:v>98471.655</c:v>
                </c:pt>
                <c:pt idx="5">
                  <c:v>107418.743</c:v>
                </c:pt>
                <c:pt idx="6">
                  <c:v>108093.293</c:v>
                </c:pt>
                <c:pt idx="7">
                  <c:v>58717.396</c:v>
                </c:pt>
                <c:pt idx="8">
                  <c:v>30315.315</c:v>
                </c:pt>
                <c:pt idx="9">
                  <c:v>5620.086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37C7-4FC3-8966-E8A3D4F7FC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78011893"/>
        <c:axId val="1303300568"/>
      </c:barChart>
      <c:catAx>
        <c:axId val="878011893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crossAx val="1303300568"/>
        <c:crosses val="autoZero"/>
        <c:auto val="1"/>
        <c:lblAlgn val="ctr"/>
        <c:lblOffset val="100"/>
        <c:noMultiLvlLbl val="1"/>
      </c:catAx>
      <c:valAx>
        <c:axId val="1303300568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878011893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581836251051117E-2"/>
          <c:y val="7.1540126548684774E-2"/>
          <c:w val="0.25370486456183272"/>
          <c:h val="0.9083984371660383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3'!$E$2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FF9902"/>
              </a:solidFill>
              <a:ln cmpd="sng">
                <a:noFill/>
              </a:ln>
            </c:spPr>
            <c:extLst>
              <c:ext xmlns:c16="http://schemas.microsoft.com/office/drawing/2014/chart" uri="{C3380CC4-5D6E-409C-BE32-E72D297353CC}">
                <c16:uniqueId val="{00000001-2858-4552-9311-3B8E7A31320C}"/>
              </c:ext>
            </c:extLst>
          </c:dPt>
          <c:val>
            <c:numRef>
              <c:f>'Production Scenario 3'!$E$15</c:f>
              <c:numCache>
                <c:formatCode>_ * #,##0_ ;_ * \-#,##0_ ;_ * "-"??_ ;_ @_ </c:formatCode>
                <c:ptCount val="1"/>
                <c:pt idx="0">
                  <c:v>352094.9297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858-4552-9311-3B8E7A31320C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1"/>
          <c:tx>
            <c:strRef>
              <c:f>'Production Scenario 3'!$F$2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val>
            <c:numRef>
              <c:f>'Production Scenario 3'!$F$15</c:f>
              <c:numCache>
                <c:formatCode>_ * #,##0_ ;_ * \-#,##0_ ;_ * "-"??_ ;_ @_ </c:formatCode>
                <c:ptCount val="1"/>
                <c:pt idx="0">
                  <c:v>226682.497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2858-4552-9311-3B8E7A31320C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'Production Scenario 3'!$G$2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ADADA"/>
            </a:solidFill>
          </c:spPr>
          <c:invertIfNegative val="0"/>
          <c:val>
            <c:numRef>
              <c:f>'Production Scenario 3'!$G$15</c:f>
              <c:numCache>
                <c:formatCode>_ * #,##0_ ;_ * \-#,##0_ ;_ * "-"??_ ;_ @_ </c:formatCode>
                <c:ptCount val="1"/>
                <c:pt idx="0">
                  <c:v>513799.103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858-4552-9311-3B8E7A31320C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DADADA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9C13A-9ABC-CEB2-0FF9-1850CCE4D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17F1FC-78C2-8D39-8C55-33EF343C4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2E3B15-F77E-2A8B-9E1E-9F2CFFD5CE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1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Calibri Light" pitchFamily="34" charset="-120"/>
                <a:sym typeface="Arial"/>
              </a:rPr>
              <a:t>Asset setup and contextual factors impacting performance and value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CB2BB-B26A-D97F-05EE-57746C63F6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2161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4A6FF-1335-FCC6-76B7-FCC22D6C9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CA9EB-B4CB-130E-0AAA-33B0CE71B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6C657F-2B87-CFC1-4985-021C6E2017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1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Calibri Light" pitchFamily="34" charset="-120"/>
                <a:sym typeface="Arial"/>
              </a:rPr>
              <a:t>Asset setup and contextual factors impacting performance and value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35597-09A3-3A9B-2B47-B0270DBC6D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0139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312D1-ACC4-A76F-1FB4-4E171B4FF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6015C5-38CC-BC10-4865-CD86AB84E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86B4F9-4627-70E8-8C21-1ADE7AC70C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1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Calibri Light" pitchFamily="34" charset="-120"/>
                <a:sym typeface="Arial"/>
              </a:rPr>
              <a:t>Asset setup and contextual factors impacting performance and value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F3452-51F4-51F4-9632-C77D323B82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334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lleen titel" type="titleOnly">
  <p:cSld name="TITLE_ONLY">
    <p:bg>
      <p:bgPr>
        <a:solidFill>
          <a:schemeClr val="lt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64b2a12a7_0_535"/>
          <p:cNvSpPr txBox="1">
            <a:spLocks noGrp="1"/>
          </p:cNvSpPr>
          <p:nvPr>
            <p:ph type="title"/>
          </p:nvPr>
        </p:nvSpPr>
        <p:spPr>
          <a:xfrm>
            <a:off x="505064" y="365130"/>
            <a:ext cx="10703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g3764b2a12a7_0_535"/>
          <p:cNvSpPr/>
          <p:nvPr/>
        </p:nvSpPr>
        <p:spPr>
          <a:xfrm>
            <a:off x="1" y="342329"/>
            <a:ext cx="424924" cy="5612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g3764b2a12a7_0_535"/>
          <p:cNvCxnSpPr>
            <a:cxnSpLocks/>
          </p:cNvCxnSpPr>
          <p:nvPr/>
        </p:nvCxnSpPr>
        <p:spPr>
          <a:xfrm rot="5400000">
            <a:off x="223359" y="6292929"/>
            <a:ext cx="0" cy="17820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" name="Google Shape;74;g3764b2a12a7_0_535"/>
          <p:cNvSpPr txBox="1"/>
          <p:nvPr/>
        </p:nvSpPr>
        <p:spPr>
          <a:xfrm>
            <a:off x="73209" y="6521878"/>
            <a:ext cx="300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rPr>
              <a:t>‹#›</a:t>
            </a:fld>
            <a:endParaRPr sz="1100" b="0" i="0" u="none" strike="noStrike" cap="none">
              <a:solidFill>
                <a:schemeClr val="accen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75" name="Google Shape;75;g3764b2a12a7_0_5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6200000">
            <a:off x="-700928" y="5242004"/>
            <a:ext cx="1848575" cy="2916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F211DD-F0FC-9E7E-DAEA-EC815D82B4AF}"/>
              </a:ext>
            </a:extLst>
          </p:cNvPr>
          <p:cNvCxnSpPr>
            <a:cxnSpLocks/>
          </p:cNvCxnSpPr>
          <p:nvPr userDrawn="1"/>
        </p:nvCxnSpPr>
        <p:spPr>
          <a:xfrm>
            <a:off x="424927" y="37652"/>
            <a:ext cx="0" cy="6820348"/>
          </a:xfrm>
          <a:prstGeom prst="line">
            <a:avLst/>
          </a:prstGeom>
          <a:ln w="63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6000">
                  <a:schemeClr val="bg1">
                    <a:lumMod val="95000"/>
                  </a:scheme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g" type="blank">
  <p:cSld name="BLANK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64b2a12a7_0_531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g3764b2a12a7_0_531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g3764b2a12a7_0_531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ekop" type="secHead">
  <p:cSld name="SECTION_HEAD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64b2a12a7_0_542"/>
          <p:cNvSpPr txBox="1">
            <a:spLocks noGrp="1"/>
          </p:cNvSpPr>
          <p:nvPr>
            <p:ph type="title"/>
          </p:nvPr>
        </p:nvSpPr>
        <p:spPr>
          <a:xfrm>
            <a:off x="831853" y="1709743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g3764b2a12a7_0_542"/>
          <p:cNvSpPr txBox="1">
            <a:spLocks noGrp="1"/>
          </p:cNvSpPr>
          <p:nvPr>
            <p:ph type="body" idx="1"/>
          </p:nvPr>
        </p:nvSpPr>
        <p:spPr>
          <a:xfrm>
            <a:off x="831853" y="4589468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g3764b2a12a7_0_542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g3764b2a12a7_0_542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g3764b2a12a7_0_542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oud van twee" type="twoObj">
  <p:cSld name="TWO_OBJECTS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64b2a12a7_0_548"/>
          <p:cNvSpPr txBox="1">
            <a:spLocks noGrp="1"/>
          </p:cNvSpPr>
          <p:nvPr>
            <p:ph type="title"/>
          </p:nvPr>
        </p:nvSpPr>
        <p:spPr>
          <a:xfrm>
            <a:off x="838201" y="36512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g3764b2a12a7_0_548"/>
          <p:cNvSpPr txBox="1">
            <a:spLocks noGrp="1"/>
          </p:cNvSpPr>
          <p:nvPr>
            <p:ph type="body" idx="1"/>
          </p:nvPr>
        </p:nvSpPr>
        <p:spPr>
          <a:xfrm>
            <a:off x="838201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g3764b2a12a7_0_548"/>
          <p:cNvSpPr txBox="1">
            <a:spLocks noGrp="1"/>
          </p:cNvSpPr>
          <p:nvPr>
            <p:ph type="body" idx="2"/>
          </p:nvPr>
        </p:nvSpPr>
        <p:spPr>
          <a:xfrm>
            <a:off x="6172201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g3764b2a12a7_0_548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g3764b2a12a7_0_548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g3764b2a12a7_0_548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gelijking" type="twoTxTwoObj">
  <p:cSld name="TWO_OBJECTS_WITH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64b2a12a7_0_555"/>
          <p:cNvSpPr txBox="1">
            <a:spLocks noGrp="1"/>
          </p:cNvSpPr>
          <p:nvPr>
            <p:ph type="title"/>
          </p:nvPr>
        </p:nvSpPr>
        <p:spPr>
          <a:xfrm>
            <a:off x="839790" y="36512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g3764b2a12a7_0_555"/>
          <p:cNvSpPr txBox="1">
            <a:spLocks noGrp="1"/>
          </p:cNvSpPr>
          <p:nvPr>
            <p:ph type="body" idx="1"/>
          </p:nvPr>
        </p:nvSpPr>
        <p:spPr>
          <a:xfrm>
            <a:off x="839791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6" name="Google Shape;96;g3764b2a12a7_0_555"/>
          <p:cNvSpPr txBox="1">
            <a:spLocks noGrp="1"/>
          </p:cNvSpPr>
          <p:nvPr>
            <p:ph type="body" idx="2"/>
          </p:nvPr>
        </p:nvSpPr>
        <p:spPr>
          <a:xfrm>
            <a:off x="839791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g3764b2a12a7_0_55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8" name="Google Shape;98;g3764b2a12a7_0_55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g3764b2a12a7_0_555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g3764b2a12a7_0_555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g3764b2a12a7_0_555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oud met bijschrift" type="objTx">
  <p:cSld name="OBJECT_WITH_CAPTION_TEX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64b2a12a7_0_564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g3764b2a12a7_0_564"/>
          <p:cNvSpPr txBox="1">
            <a:spLocks noGrp="1"/>
          </p:cNvSpPr>
          <p:nvPr>
            <p:ph type="body" idx="1"/>
          </p:nvPr>
        </p:nvSpPr>
        <p:spPr>
          <a:xfrm>
            <a:off x="5183189" y="987430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5" name="Google Shape;105;g3764b2a12a7_0_564"/>
          <p:cNvSpPr txBox="1">
            <a:spLocks noGrp="1"/>
          </p:cNvSpPr>
          <p:nvPr>
            <p:ph type="body" idx="2"/>
          </p:nvPr>
        </p:nvSpPr>
        <p:spPr>
          <a:xfrm>
            <a:off x="839790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6" name="Google Shape;106;g3764b2a12a7_0_564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g3764b2a12a7_0_564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g3764b2a12a7_0_564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fbeelding met bijschrift" type="picTx">
  <p:cSld name="PICTURE_WITH_CAPTION_TEX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64b2a12a7_0_571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g3764b2a12a7_0_571"/>
          <p:cNvSpPr>
            <a:spLocks noGrp="1"/>
          </p:cNvSpPr>
          <p:nvPr>
            <p:ph type="pic" idx="2"/>
          </p:nvPr>
        </p:nvSpPr>
        <p:spPr>
          <a:xfrm>
            <a:off x="5183189" y="987430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Google Shape;112;g3764b2a12a7_0_571"/>
          <p:cNvSpPr txBox="1">
            <a:spLocks noGrp="1"/>
          </p:cNvSpPr>
          <p:nvPr>
            <p:ph type="body" idx="1"/>
          </p:nvPr>
        </p:nvSpPr>
        <p:spPr>
          <a:xfrm>
            <a:off x="839790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3" name="Google Shape;113;g3764b2a12a7_0_571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g3764b2a12a7_0_571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g3764b2a12a7_0_571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en verticale tekst" type="vertTx">
  <p:cSld name="VERTICAL_TEX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64b2a12a7_0_578"/>
          <p:cNvSpPr txBox="1">
            <a:spLocks noGrp="1"/>
          </p:cNvSpPr>
          <p:nvPr>
            <p:ph type="title"/>
          </p:nvPr>
        </p:nvSpPr>
        <p:spPr>
          <a:xfrm>
            <a:off x="838201" y="36512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g3764b2a12a7_0_578"/>
          <p:cNvSpPr txBox="1">
            <a:spLocks noGrp="1"/>
          </p:cNvSpPr>
          <p:nvPr>
            <p:ph type="body" idx="1"/>
          </p:nvPr>
        </p:nvSpPr>
        <p:spPr>
          <a:xfrm rot="5400000">
            <a:off x="3920401" y="-1256574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g3764b2a12a7_0_578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g3764b2a12a7_0_578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g3764b2a12a7_0_578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e titel en tekst" type="vertTitleAndTx">
  <p:cSld name="VERTICAL_TITLE_AND_VERTICAL_TEX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64b2a12a7_0_584"/>
          <p:cNvSpPr txBox="1">
            <a:spLocks noGrp="1"/>
          </p:cNvSpPr>
          <p:nvPr>
            <p:ph type="title"/>
          </p:nvPr>
        </p:nvSpPr>
        <p:spPr>
          <a:xfrm rot="5400000">
            <a:off x="7133401" y="1956627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g3764b2a12a7_0_584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4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g3764b2a12a7_0_584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g3764b2a12a7_0_584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g3764b2a12a7_0_584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5643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64b2a12a7_0_525"/>
          <p:cNvSpPr txBox="1">
            <a:spLocks noGrp="1"/>
          </p:cNvSpPr>
          <p:nvPr>
            <p:ph type="title"/>
          </p:nvPr>
        </p:nvSpPr>
        <p:spPr>
          <a:xfrm>
            <a:off x="838201" y="36512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g3764b2a12a7_0_525"/>
          <p:cNvSpPr txBox="1"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g3764b2a12a7_0_525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g3764b2a12a7_0_525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g3764b2a12a7_0_525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4.xml"/><Relationship Id="rId5" Type="http://schemas.openxmlformats.org/officeDocument/2006/relationships/chart" Target="../charts/chart13.xml"/><Relationship Id="rId4" Type="http://schemas.openxmlformats.org/officeDocument/2006/relationships/chart" Target="../charts/chart12.xml"/></Relationships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951A4-E219-482A-B7B9-549F49D74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BE00A281-9DA2-5893-3CEC-A14925B241A4}"/>
              </a:ext>
            </a:extLst>
          </p:cNvPr>
          <p:cNvSpPr/>
          <p:nvPr/>
        </p:nvSpPr>
        <p:spPr>
          <a:xfrm>
            <a:off x="609600" y="548640"/>
            <a:ext cx="8534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933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BE0DA9AF-7B55-65E5-376A-9708016D1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1</a:t>
            </a:r>
            <a:r>
              <a:rPr lang="en-US" dirty="0" err="1"/>
              <a:t/>
            </a:r>
            <a:r>
              <a:rPr lang="en-US" dirty="0"/>
              <a:t/>
            </a:r>
          </a:p>
        </p:txBody>
      </p:sp>
      <p:sp>
        <p:nvSpPr>
          <p:cNvPr id="2" name="Google Shape;111;p14">
            <a:extLst>
              <a:ext uri="{FF2B5EF4-FFF2-40B4-BE49-F238E27FC236}">
                <a16:creationId xmlns:a16="http://schemas.microsoft.com/office/drawing/2014/main" id="{FE6FC166-BF44-8A83-5475-058DDF63B854}"/>
              </a:ext>
            </a:extLst>
          </p:cNvPr>
          <p:cNvSpPr txBox="1"/>
          <p:nvPr/>
        </p:nvSpPr>
        <p:spPr>
          <a:xfrm>
            <a:off x="609600" y="855369"/>
            <a:ext cx="4703730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defTabSz="719138">
              <a:lnSpc>
                <a:spcPct val="150000"/>
              </a:lnSpc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Technical installation</a:t>
            </a: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PV capacity (DC)	[fill in] kWp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PV inverter capacity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BESS capacity	[fill in] kW / [fill in] kWh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Generator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Grid connection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lvl="0" defTabSz="719138">
              <a:lnSpc>
                <a:spcPct val="150000"/>
              </a:lnSpc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Consumption</a:t>
            </a: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Total use	1,325.6 MWh/yr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grid	288.6 MWh/yr  (21.8%)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solar (direct)	526.5 MWh/yr  (39.7%)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BESS	334.6 MWh/yr  (25.2%)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generator	175.8 MWh/yr  (13.3%)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lvl="0" defTabSz="719138">
              <a:lnSpc>
                <a:spcPct val="150000"/>
              </a:lnSpc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Production</a:t>
            </a: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Total production	911.3 MWh/yr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Direct use	526.5 MWh/yr  (57.8%)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Stored in BESS	334.6 MWh/yr  (36.7%)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Curtailed	303.6 MWh/yr  (33.3%)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</p:txBody>
      </p:sp>
      <p:graphicFrame>
        <p:nvGraphicFramePr>
          <p:cNvPr id="8" name="Chart 1">
            <a:extLst>
              <a:ext uri="{FF2B5EF4-FFF2-40B4-BE49-F238E27FC236}">
                <a16:creationId xmlns:a16="http://schemas.microsoft.com/office/drawing/2014/main" id="{CB996ACB-DF42-0E6C-0FF8-10B9B66B51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2604017"/>
              </p:ext>
            </p:extLst>
          </p:nvPr>
        </p:nvGraphicFramePr>
        <p:xfrm>
          <a:off x="6094800" y="900000"/>
          <a:ext cx="4982400" cy="27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3">
            <a:extLst>
              <a:ext uri="{FF2B5EF4-FFF2-40B4-BE49-F238E27FC236}">
                <a16:creationId xmlns:a16="http://schemas.microsoft.com/office/drawing/2014/main" id="{1B2F3454-DE8C-E8A0-2CBF-C46D6C9AF8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7770559"/>
              </p:ext>
            </p:extLst>
          </p:nvPr>
        </p:nvGraphicFramePr>
        <p:xfrm>
          <a:off x="11023200" y="1137600"/>
          <a:ext cx="1076400" cy="196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5">
            <a:extLst>
              <a:ext uri="{FF2B5EF4-FFF2-40B4-BE49-F238E27FC236}">
                <a16:creationId xmlns:a16="http://schemas.microsoft.com/office/drawing/2014/main" id="{A0EA1740-C81A-F71C-9819-E26E4E50FF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8088255"/>
              </p:ext>
            </p:extLst>
          </p:nvPr>
        </p:nvGraphicFramePr>
        <p:xfrm>
          <a:off x="6094800" y="3614400"/>
          <a:ext cx="4928400" cy="260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Chart 6">
            <a:extLst>
              <a:ext uri="{FF2B5EF4-FFF2-40B4-BE49-F238E27FC236}">
                <a16:creationId xmlns:a16="http://schemas.microsoft.com/office/drawing/2014/main" id="{B6886B23-B90D-64EA-084A-8188D360D0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6285084"/>
              </p:ext>
            </p:extLst>
          </p:nvPr>
        </p:nvGraphicFramePr>
        <p:xfrm>
          <a:off x="10908000" y="3996000"/>
          <a:ext cx="1285200" cy="165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083612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D6332-773E-23C2-F9EA-69420C5DF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5DEF0781-ABF8-4A09-A224-6E29B44D3F1F}"/>
              </a:ext>
            </a:extLst>
          </p:cNvPr>
          <p:cNvSpPr/>
          <p:nvPr/>
        </p:nvSpPr>
        <p:spPr>
          <a:xfrm>
            <a:off x="609600" y="548640"/>
            <a:ext cx="8534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933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F48AE247-CE74-5C7A-49BE-8B5549A65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Scenario 2</a:t>
            </a:r>
          </a:p>
        </p:txBody>
      </p:sp>
      <p:sp>
        <p:nvSpPr>
          <p:cNvPr id="2" name="Google Shape;111;p14">
            <a:extLst>
              <a:ext uri="{FF2B5EF4-FFF2-40B4-BE49-F238E27FC236}">
                <a16:creationId xmlns:a16="http://schemas.microsoft.com/office/drawing/2014/main" id="{B28315BA-5C7A-C031-8B11-57008DC928E7}"/>
              </a:ext>
            </a:extLst>
          </p:cNvPr>
          <p:cNvSpPr txBox="1"/>
          <p:nvPr/>
        </p:nvSpPr>
        <p:spPr>
          <a:xfrm>
            <a:off x="609600" y="855369"/>
            <a:ext cx="4703730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  <a:tabLst>
                <a:tab pos="2874963" algn="l"/>
              </a:tabLst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Technical installation</a:t>
            </a: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PV capacity (DC)	[fill in] kWp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PV inverter capacity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BESS capacity	[fill in] kW / [fill in] kWh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Generator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Grid connection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lvl="0">
              <a:lnSpc>
                <a:spcPct val="150000"/>
              </a:lnSpc>
              <a:tabLst>
                <a:tab pos="2874963" algn="l"/>
              </a:tabLst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Consumption</a:t>
            </a: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Total use	1,325.6 MWh/yr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grid	246.9 MWh/yr  (18.6%)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solar (direct)	535.8 MWh/yr  (40.4%)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BESS	300.8 MWh/yr  (22.7%)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generator	242.1 MWh/yr  (18.3%)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lvl="0">
              <a:lnSpc>
                <a:spcPct val="150000"/>
              </a:lnSpc>
              <a:tabLst>
                <a:tab pos="2874963" algn="l"/>
              </a:tabLst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Production</a:t>
            </a: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Total production	881.7 MWh/yr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Direct use	535.8 MWh/yr  (60.8%)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Stored in BESS	300.8 MWh/yr  (34.1%)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Curtailed	244.9 MWh/yr  (27.8%)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</p:txBody>
      </p:sp>
      <p:graphicFrame>
        <p:nvGraphicFramePr>
          <p:cNvPr id="3" name="Chart 4">
            <a:extLst>
              <a:ext uri="{FF2B5EF4-FFF2-40B4-BE49-F238E27FC236}">
                <a16:creationId xmlns:a16="http://schemas.microsoft.com/office/drawing/2014/main" id="{80470E98-4F43-C6FB-1312-C14850C061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0472859"/>
              </p:ext>
            </p:extLst>
          </p:nvPr>
        </p:nvGraphicFramePr>
        <p:xfrm>
          <a:off x="6096000" y="899125"/>
          <a:ext cx="4983678" cy="27165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7">
            <a:extLst>
              <a:ext uri="{FF2B5EF4-FFF2-40B4-BE49-F238E27FC236}">
                <a16:creationId xmlns:a16="http://schemas.microsoft.com/office/drawing/2014/main" id="{E771A3B6-321C-AB42-B3DC-294FDD248C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1599839"/>
              </p:ext>
            </p:extLst>
          </p:nvPr>
        </p:nvGraphicFramePr>
        <p:xfrm>
          <a:off x="11024419" y="1135925"/>
          <a:ext cx="1076633" cy="19694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8">
            <a:extLst>
              <a:ext uri="{FF2B5EF4-FFF2-40B4-BE49-F238E27FC236}">
                <a16:creationId xmlns:a16="http://schemas.microsoft.com/office/drawing/2014/main" id="{4F5ADE66-ACC4-6A33-B4F0-AEFB08F550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3156149"/>
              </p:ext>
            </p:extLst>
          </p:nvPr>
        </p:nvGraphicFramePr>
        <p:xfrm>
          <a:off x="6095999" y="3615645"/>
          <a:ext cx="4928419" cy="26081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2" name="Chart 9">
            <a:extLst>
              <a:ext uri="{FF2B5EF4-FFF2-40B4-BE49-F238E27FC236}">
                <a16:creationId xmlns:a16="http://schemas.microsoft.com/office/drawing/2014/main" id="{B73F0815-F4ED-433A-7369-D545D56DFA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8980912"/>
              </p:ext>
            </p:extLst>
          </p:nvPr>
        </p:nvGraphicFramePr>
        <p:xfrm>
          <a:off x="10906432" y="3996813"/>
          <a:ext cx="1285567" cy="1659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427415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E6175-F889-92B2-822C-72DAC62C0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FCC34537-A5C9-E0D0-48C7-38215D117114}"/>
              </a:ext>
            </a:extLst>
          </p:cNvPr>
          <p:cNvSpPr/>
          <p:nvPr/>
        </p:nvSpPr>
        <p:spPr>
          <a:xfrm>
            <a:off x="609600" y="548640"/>
            <a:ext cx="8534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933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37BFF36B-0FE1-5F8F-2C10-46B1E184B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Scenario 3</a:t>
            </a:r>
          </a:p>
        </p:txBody>
      </p:sp>
      <p:sp>
        <p:nvSpPr>
          <p:cNvPr id="2" name="Google Shape;111;p14">
            <a:extLst>
              <a:ext uri="{FF2B5EF4-FFF2-40B4-BE49-F238E27FC236}">
                <a16:creationId xmlns:a16="http://schemas.microsoft.com/office/drawing/2014/main" id="{087CCF74-0C92-A947-5E8D-F5D88A83D4C6}"/>
              </a:ext>
            </a:extLst>
          </p:cNvPr>
          <p:cNvSpPr txBox="1"/>
          <p:nvPr/>
        </p:nvSpPr>
        <p:spPr>
          <a:xfrm>
            <a:off x="609600" y="855369"/>
            <a:ext cx="4703730" cy="5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2874963" algn="l"/>
              </a:tabLst>
              <a:defRPr/>
            </a:pPr>
            <a:r>
              <a:rPr kumimoji="0" lang="nl-NL" sz="1200" b="1" i="0" u="none" strike="noStrike" kern="0" cap="none" spc="0" normalizeH="0" baseline="0" noProof="0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"/>
                <a:cs typeface="Poppins"/>
                <a:sym typeface="Poppins"/>
              </a:rPr>
              <a:t>Technical installation</a:t>
            </a:r>
            <a:endParaRPr kumimoji="0" lang="nl-NL" sz="1200" b="1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"/>
              <a:cs typeface="Poppins"/>
              <a:sym typeface="Poppins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PV capacity (DC)	[fill in] kWp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PV inverter capacity	[fill in] kVa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BESS capacity	[fill in] kW / [fill in] kWh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Generator	[fill in] kVA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Grid connection	[fill in] kVA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0" marR="0" lvl="0" indent="0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2874963" algn="l"/>
              </a:tabLst>
              <a:defRPr/>
            </a:pPr>
            <a:r>
              <a:rPr kumimoji="0" lang="nl-NL" sz="1200" b="1" i="0" u="none" strike="noStrike" kern="0" cap="none" spc="0" normalizeH="0" baseline="0" noProof="0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"/>
                <a:cs typeface="Poppins"/>
                <a:sym typeface="Poppins"/>
              </a:rPr>
              <a:t>Consumption</a:t>
            </a:r>
            <a:endParaRPr kumimoji="0" lang="nl-NL" sz="1200" b="1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"/>
              <a:cs typeface="Poppins"/>
              <a:sym typeface="Poppins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Total use	760.0 MWh/yr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From grid	152.1 MWh/yr  (20.0%)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From solar (direct)	352.1 MWh/yr  (46.3%)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From BESS	226.7 MWh/yr  (29.8%)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From generator	29.1 MWh/yr  (3.8%)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0" marR="0" lvl="0" indent="0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2874963" algn="l"/>
              </a:tabLst>
              <a:defRPr/>
            </a:pPr>
            <a:r>
              <a:rPr kumimoji="0" lang="nl-NL" sz="1200" b="1" i="0" u="none" strike="noStrike" kern="0" cap="none" spc="0" normalizeH="0" baseline="0" noProof="0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"/>
                <a:cs typeface="Poppins"/>
                <a:sym typeface="Poppins"/>
              </a:rPr>
              <a:t>Production</a:t>
            </a:r>
            <a:endParaRPr kumimoji="0" lang="nl-NL" sz="1200" b="1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"/>
              <a:cs typeface="Poppins"/>
              <a:sym typeface="Poppins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Total production	612.9 MWh/yr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Direct use	352.1 MWh/yr  (57.4%)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Stored in BESS	226.7 MWh/yr  (37.0%)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Curtailed	513.8 MWh/yr  (83.8%)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</p:txBody>
      </p:sp>
      <p:graphicFrame>
        <p:nvGraphicFramePr>
          <p:cNvPr id="5" name="Chart 1">
            <a:extLst>
              <a:ext uri="{FF2B5EF4-FFF2-40B4-BE49-F238E27FC236}">
                <a16:creationId xmlns:a16="http://schemas.microsoft.com/office/drawing/2014/main" id="{4090860D-1A47-F408-51B7-8DAB748A8D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6421385"/>
              </p:ext>
            </p:extLst>
          </p:nvPr>
        </p:nvGraphicFramePr>
        <p:xfrm>
          <a:off x="6095999" y="650693"/>
          <a:ext cx="4928419" cy="2964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3">
            <a:extLst>
              <a:ext uri="{FF2B5EF4-FFF2-40B4-BE49-F238E27FC236}">
                <a16:creationId xmlns:a16="http://schemas.microsoft.com/office/drawing/2014/main" id="{C2BEF74B-0D7E-D965-A303-A453FCBDB4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3238461"/>
              </p:ext>
            </p:extLst>
          </p:nvPr>
        </p:nvGraphicFramePr>
        <p:xfrm>
          <a:off x="10906432" y="973394"/>
          <a:ext cx="1285444" cy="22610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5">
            <a:extLst>
              <a:ext uri="{FF2B5EF4-FFF2-40B4-BE49-F238E27FC236}">
                <a16:creationId xmlns:a16="http://schemas.microsoft.com/office/drawing/2014/main" id="{48FE0FC6-2D73-B83B-945D-419EFBE535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646944"/>
              </p:ext>
            </p:extLst>
          </p:nvPr>
        </p:nvGraphicFramePr>
        <p:xfrm>
          <a:off x="6095998" y="3546680"/>
          <a:ext cx="4928419" cy="2492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0" name="Chart 6">
            <a:extLst>
              <a:ext uri="{FF2B5EF4-FFF2-40B4-BE49-F238E27FC236}">
                <a16:creationId xmlns:a16="http://schemas.microsoft.com/office/drawing/2014/main" id="{57FD63CD-684F-97D7-B065-FFE8152628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3408370"/>
              </p:ext>
            </p:extLst>
          </p:nvPr>
        </p:nvGraphicFramePr>
        <p:xfrm>
          <a:off x="10958051" y="3546680"/>
          <a:ext cx="1233825" cy="2136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923899240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Custom 38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34C81"/>
      </a:accent1>
      <a:accent2>
        <a:srgbClr val="034C81"/>
      </a:accent2>
      <a:accent3>
        <a:srgbClr val="3280AB"/>
      </a:accent3>
      <a:accent4>
        <a:srgbClr val="3280AB"/>
      </a:accent4>
      <a:accent5>
        <a:srgbClr val="89C3DE"/>
      </a:accent5>
      <a:accent6>
        <a:srgbClr val="89C3DE"/>
      </a:accent6>
      <a:hlink>
        <a:srgbClr val="034C81"/>
      </a:hlink>
      <a:folHlink>
        <a:srgbClr val="034C81"/>
      </a:folHlink>
    </a:clrScheme>
    <a:fontScheme name="Custom 33">
      <a:majorFont>
        <a:latin typeface="Poppins"/>
        <a:ea typeface=""/>
        <a:cs typeface=""/>
      </a:majorFont>
      <a:minorFont>
        <a:latin typeface="Poppi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60224 Bluepeak template reports" id="{0018656C-E97D-4D82-B891-FFFC744EF2D2}" vid="{4F81DBD0-F7D1-406D-BB60-642F5B4601F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34C81"/>
      </a:accent1>
      <a:accent2>
        <a:srgbClr val="034C81"/>
      </a:accent2>
      <a:accent3>
        <a:srgbClr val="3280AB"/>
      </a:accent3>
      <a:accent4>
        <a:srgbClr val="3280AB"/>
      </a:accent4>
      <a:accent5>
        <a:srgbClr val="89C3DE"/>
      </a:accent5>
      <a:accent6>
        <a:srgbClr val="89C3DE"/>
      </a:accent6>
      <a:hlink>
        <a:srgbClr val="034C81"/>
      </a:hlink>
      <a:folHlink>
        <a:srgbClr val="034C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6A6225E-2504-4AF9-9D81-7BB95A3169D0}">
  <we:reference id="WA200010001" version="1.0.0.1" store="en-us" storeType="omex"/>
  <we:alternateReferences>
    <we:reference id="WA200010001" version="1.0.0.1" store="en-us" storeType="omex"/>
  </we:alternateReferences>
  <we:properties/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0" runtimeId="Taskpane.Url"/>
    </a:ext>
  </we:extLst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F8B6BCFD8F154396971D6A8E21DCFA" ma:contentTypeVersion="12" ma:contentTypeDescription="Een nieuw document maken." ma:contentTypeScope="" ma:versionID="45a0cd0acbe3706e36220a12ff11cb6f">
  <xsd:schema xmlns:xsd="http://www.w3.org/2001/XMLSchema" xmlns:xs="http://www.w3.org/2001/XMLSchema" xmlns:p="http://schemas.microsoft.com/office/2006/metadata/properties" xmlns:ns2="c7fc2f2d-1b56-42d4-94df-eb6e917a5e38" xmlns:ns3="786f1374-e74c-4cc1-b043-c59cf2a02f8c" targetNamespace="http://schemas.microsoft.com/office/2006/metadata/properties" ma:root="true" ma:fieldsID="d3f306a11c5e415b1efc72e1b6c8a327" ns2:_="" ns3:_="">
    <xsd:import namespace="c7fc2f2d-1b56-42d4-94df-eb6e917a5e38"/>
    <xsd:import namespace="786f1374-e74c-4cc1-b043-c59cf2a02f8c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fc2f2d-1b56-42d4-94df-eb6e917a5e38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15" nillable="true" ma:displayName="Taxonomy Catch All Column" ma:hidden="true" ma:list="{e056180d-2a19-4854-942a-9f0aa2fff52f}" ma:internalName="TaxCatchAll" ma:showField="CatchAllData" ma:web="c7fc2f2d-1b56-42d4-94df-eb6e917a5e3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6f1374-e74c-4cc1-b043-c59cf2a02f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Afbeeldingtags" ma:readOnly="false" ma:fieldId="{5cf76f15-5ced-4ddc-b409-7134ff3c332f}" ma:taxonomyMulti="true" ma:sspId="c25a6d81-1944-4a83-bd1f-15d55f768ad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86f1374-e74c-4cc1-b043-c59cf2a02f8c">
      <Terms xmlns="http://schemas.microsoft.com/office/infopath/2007/PartnerControls"/>
    </lcf76f155ced4ddcb4097134ff3c332f>
    <TaxCatchAll xmlns="c7fc2f2d-1b56-42d4-94df-eb6e917a5e38" xsi:nil="true"/>
  </documentManagement>
</p:properties>
</file>

<file path=customXml/itemProps1.xml><?xml version="1.0" encoding="utf-8"?>
<ds:datastoreItem xmlns:ds="http://schemas.openxmlformats.org/officeDocument/2006/customXml" ds:itemID="{6FC88373-5146-482B-9380-24EA7615899E}"/>
</file>

<file path=customXml/itemProps2.xml><?xml version="1.0" encoding="utf-8"?>
<ds:datastoreItem xmlns:ds="http://schemas.openxmlformats.org/officeDocument/2006/customXml" ds:itemID="{9DFA812A-368B-4DFE-91B5-15477C6E8F6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5C113A9-A2FA-426D-BE80-1F72F89751F7}">
  <ds:schemaRefs>
    <ds:schemaRef ds:uri="786f1374-e74c-4cc1-b043-c59cf2a02f8c"/>
    <ds:schemaRef ds:uri="c7fc2f2d-1b56-42d4-94df-eb6e917a5e3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defa4170-0d19-0005-0004-bc88714345d2}" enabled="1" method="Standard" siteId="{290abf79-c003-4cdb-b278-78150e370e4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2935</Words>
  <Application>Microsoft Office PowerPoint</Application>
  <PresentationFormat>Widescreen</PresentationFormat>
  <Paragraphs>252</Paragraphs>
  <Slides>14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Kantoorthema</vt:lpstr>
      <vt:lpstr>PowerPoint Presentation</vt:lpstr>
      <vt:lpstr>Executive Summary</vt:lpstr>
      <vt:lpstr>Assignment</vt:lpstr>
      <vt:lpstr>Assignment</vt:lpstr>
      <vt:lpstr>Case description</vt:lpstr>
      <vt:lpstr>Scenario 1: Solution 1 with [X] profile</vt:lpstr>
      <vt:lpstr>Scenario 1: Solution 1 observations</vt:lpstr>
      <vt:lpstr>Scenario 2: Solution 1 with [X] profile</vt:lpstr>
      <vt:lpstr>Scenario 2: Solution 2 observations</vt:lpstr>
      <vt:lpstr>Scenario 3: Solution 2 with [Y] profile</vt:lpstr>
      <vt:lpstr>Scenario 3: Solution 2 observations</vt:lpstr>
      <vt:lpstr> Remarks and appendices</vt:lpstr>
      <vt:lpstr>Disclaimer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Komal</dc:creator>
  <cp:lastModifiedBy>Joost Haverkamp</cp:lastModifiedBy>
  <cp:revision>79</cp:revision>
  <dcterms:modified xsi:type="dcterms:W3CDTF">2026-03-26T14:30:42Z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0x01010092F8B6BCFD8F154396971D6A8E21DCFA</vt:lpwstr>
  </property>
  <property fmtid="{D5CDD505-2E9C-101B-9397-08002B2CF9AE}" pid="3" name="MediaServiceImageTags">
    <vt:lpwstr/>
  </property>
</Properties>
</file>