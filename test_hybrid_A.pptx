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none" lIns="0" tIns="0" rIns="0" bIns="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