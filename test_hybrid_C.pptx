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605809133474036"/>
          <c:y val="0.16993710379781618"/>
          <c:w val="0.81612425732098792"/>
          <c:h val="0.623044512039203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1'!$G$2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1'!$G$3:$G$14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6-4CCC-BBF1-619BA02A7DCF}"/>
            </c:ext>
          </c:extLst>
        </c:ser>
        <c:ser>
          <c:idx val="1"/>
          <c:order val="1"/>
          <c:tx>
            <c:strRef>
              <c:f>'Load Scenario 1'!$F$2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1'!$F$3:$F$14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306-4CCC-BBF1-619BA02A7DCF}"/>
            </c:ext>
          </c:extLst>
        </c:ser>
        <c:ser>
          <c:idx val="2"/>
          <c:order val="2"/>
          <c:tx>
            <c:strRef>
              <c:f>'Load Scenario 1'!$H$2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1'!$H$3:$H$14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6-4CCC-BBF1-619BA02A7DCF}"/>
            </c:ext>
          </c:extLst>
        </c:ser>
        <c:ser>
          <c:idx val="0"/>
          <c:order val="3"/>
          <c:tx>
            <c:strRef>
              <c:f>'Load Scenario 1'!$I$2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1'!$I$3:$I$14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306-4CCC-BBF1-619BA02A7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layout>
        <c:manualLayout>
          <c:xMode val="edge"/>
          <c:yMode val="edge"/>
          <c:x val="0.35623649842546012"/>
          <c:y val="4.675097302763350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375191629073007"/>
          <c:y val="0.21813294033116692"/>
          <c:w val="0.86300216468261004"/>
          <c:h val="0.57835249354975671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1'!$E$2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E5D-4EAC-995A-694B4CA07FC1}"/>
            </c:ext>
          </c:extLst>
        </c:ser>
        <c:ser>
          <c:idx val="1"/>
          <c:order val="1"/>
          <c:tx>
            <c:strRef>
              <c:f>'Production Scenario 1'!$F$2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E5D-4EAC-995A-694B4CA07FC1}"/>
            </c:ext>
          </c:extLst>
        </c:ser>
        <c:ser>
          <c:idx val="2"/>
          <c:order val="2"/>
          <c:tx>
            <c:strRef>
              <c:f>'Production Scenario 1'!$G$2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E5D-4EAC-995A-694B4CA07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95246201700832"/>
          <c:y val="0.19669312329998553"/>
          <c:w val="0.84244387378157259"/>
          <c:h val="0.59174473526985438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2'!$G$2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2'!$G$3:$G$14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9-4FAA-8BDB-4AEB3DE8147C}"/>
            </c:ext>
          </c:extLst>
        </c:ser>
        <c:ser>
          <c:idx val="1"/>
          <c:order val="1"/>
          <c:tx>
            <c:strRef>
              <c:f>'Load Scenario 2'!$F$2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2'!$F$3:$F$14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8A9-4FAA-8BDB-4AEB3DE8147C}"/>
            </c:ext>
          </c:extLst>
        </c:ser>
        <c:ser>
          <c:idx val="2"/>
          <c:order val="2"/>
          <c:tx>
            <c:strRef>
              <c:f>'Load Scenario 2'!$H$2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2'!$H$3:$H$14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9-4FAA-8BDB-4AEB3DE8147C}"/>
            </c:ext>
          </c:extLst>
        </c:ser>
        <c:ser>
          <c:idx val="0"/>
          <c:order val="3"/>
          <c:tx>
            <c:strRef>
              <c:f>'Load Scenario 2'!$I$2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2'!$I$3:$I$14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18A9-4FAA-8BDB-4AEB3DE814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840020298598803"/>
          <c:y val="0.16590955971495766"/>
          <c:w val="0.84325399281189362"/>
          <c:h val="0.59426249935778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2'!$E$2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A7-4DEF-917F-4DDE8E06E5C9}"/>
            </c:ext>
          </c:extLst>
        </c:ser>
        <c:ser>
          <c:idx val="1"/>
          <c:order val="1"/>
          <c:tx>
            <c:strRef>
              <c:f>'Production Scenario 2'!$F$2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2A7-4DEF-917F-4DDE8E06E5C9}"/>
            </c:ext>
          </c:extLst>
        </c:ser>
        <c:ser>
          <c:idx val="2"/>
          <c:order val="2"/>
          <c:tx>
            <c:strRef>
              <c:f>'Production Scenario 2'!$G$2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2A7-4DEF-917F-4DDE8E06E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